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66" r:id="rId7"/>
    <p:sldId id="260" r:id="rId8"/>
    <p:sldId id="265" r:id="rId9"/>
    <p:sldId id="261" r:id="rId10"/>
    <p:sldId id="262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4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2C0FD9-73E1-BD4F-AEF9-24C10E57358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026C6E3-7964-7448-BA9E-923004CB695F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Définition du problème en lien avec la littérature</a:t>
          </a:r>
        </a:p>
      </dgm:t>
    </dgm:pt>
    <dgm:pt modelId="{927132E1-5A1C-6D43-A295-C88A8423AA1A}" type="parTrans" cxnId="{C53ADCA5-F306-5646-84BA-C804C215731D}">
      <dgm:prSet/>
      <dgm:spPr/>
      <dgm:t>
        <a:bodyPr/>
        <a:lstStyle/>
        <a:p>
          <a:endParaRPr lang="fr-FR"/>
        </a:p>
      </dgm:t>
    </dgm:pt>
    <dgm:pt modelId="{9F9B6513-19D3-484F-82D9-C0CAC799550C}" type="sibTrans" cxnId="{C53ADCA5-F306-5646-84BA-C804C215731D}">
      <dgm:prSet/>
      <dgm:spPr/>
      <dgm:t>
        <a:bodyPr/>
        <a:lstStyle/>
        <a:p>
          <a:endParaRPr lang="fr-FR"/>
        </a:p>
      </dgm:t>
    </dgm:pt>
    <dgm:pt modelId="{49232C19-6809-F046-B016-88D71F920612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Hypothèses</a:t>
          </a:r>
        </a:p>
      </dgm:t>
    </dgm:pt>
    <dgm:pt modelId="{29181E21-C25D-8B40-925A-2BD451237808}" type="parTrans" cxnId="{F9F9F3B2-73DE-924B-85E3-80CFC6148F6B}">
      <dgm:prSet/>
      <dgm:spPr/>
      <dgm:t>
        <a:bodyPr/>
        <a:lstStyle/>
        <a:p>
          <a:endParaRPr lang="fr-FR"/>
        </a:p>
      </dgm:t>
    </dgm:pt>
    <dgm:pt modelId="{6337213B-C989-1D44-B8ED-E7F57F070D28}" type="sibTrans" cxnId="{F9F9F3B2-73DE-924B-85E3-80CFC6148F6B}">
      <dgm:prSet/>
      <dgm:spPr/>
      <dgm:t>
        <a:bodyPr/>
        <a:lstStyle/>
        <a:p>
          <a:endParaRPr lang="fr-FR"/>
        </a:p>
      </dgm:t>
    </dgm:pt>
    <dgm:pt modelId="{BE2EDE8C-E20A-4848-8BC2-1FD12F7E9739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Construction d’expérimentation pour tester les hypothèses</a:t>
          </a:r>
        </a:p>
      </dgm:t>
    </dgm:pt>
    <dgm:pt modelId="{6B219B94-4C5E-3D4A-B23F-62B38014CF44}" type="parTrans" cxnId="{AA53F00E-2EAF-3F4A-8067-A82829BBBA61}">
      <dgm:prSet/>
      <dgm:spPr/>
      <dgm:t>
        <a:bodyPr/>
        <a:lstStyle/>
        <a:p>
          <a:endParaRPr lang="fr-FR"/>
        </a:p>
      </dgm:t>
    </dgm:pt>
    <dgm:pt modelId="{8303C4C2-B05E-A545-AA1A-ACE573B77B87}" type="sibTrans" cxnId="{AA53F00E-2EAF-3F4A-8067-A82829BBBA61}">
      <dgm:prSet/>
      <dgm:spPr/>
      <dgm:t>
        <a:bodyPr/>
        <a:lstStyle/>
        <a:p>
          <a:endParaRPr lang="fr-FR"/>
        </a:p>
      </dgm:t>
    </dgm:pt>
    <dgm:pt modelId="{5F0B4D46-0E34-5E4C-96DD-845BEAC1494C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Résultats</a:t>
          </a:r>
        </a:p>
      </dgm:t>
    </dgm:pt>
    <dgm:pt modelId="{3D65C027-5555-E64F-B4A4-454C654CF843}" type="parTrans" cxnId="{22265EA0-03E1-0B4A-A87D-1033B6CDDD9D}">
      <dgm:prSet/>
      <dgm:spPr/>
      <dgm:t>
        <a:bodyPr/>
        <a:lstStyle/>
        <a:p>
          <a:endParaRPr lang="fr-FR"/>
        </a:p>
      </dgm:t>
    </dgm:pt>
    <dgm:pt modelId="{CE88F67C-B7DC-DF4F-B0DC-0F0402943461}" type="sibTrans" cxnId="{22265EA0-03E1-0B4A-A87D-1033B6CDDD9D}">
      <dgm:prSet/>
      <dgm:spPr/>
      <dgm:t>
        <a:bodyPr/>
        <a:lstStyle/>
        <a:p>
          <a:endParaRPr lang="fr-FR"/>
        </a:p>
      </dgm:t>
    </dgm:pt>
    <dgm:pt modelId="{601DB76A-8A7D-8D45-83D9-3CAA9E00F840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Interprétation des résultats et validation ou non des hypothèses</a:t>
          </a:r>
        </a:p>
      </dgm:t>
    </dgm:pt>
    <dgm:pt modelId="{6431F733-BD6E-6749-A54A-0390AF29DDBC}" type="parTrans" cxnId="{8C4A3776-D47B-9749-8056-FB98CB6C36D6}">
      <dgm:prSet/>
      <dgm:spPr/>
      <dgm:t>
        <a:bodyPr/>
        <a:lstStyle/>
        <a:p>
          <a:endParaRPr lang="fr-FR"/>
        </a:p>
      </dgm:t>
    </dgm:pt>
    <dgm:pt modelId="{ECDF9BFA-7133-E64D-9AD0-34B4C9AEA9D1}" type="sibTrans" cxnId="{8C4A3776-D47B-9749-8056-FB98CB6C36D6}">
      <dgm:prSet/>
      <dgm:spPr/>
      <dgm:t>
        <a:bodyPr/>
        <a:lstStyle/>
        <a:p>
          <a:endParaRPr lang="fr-FR"/>
        </a:p>
      </dgm:t>
    </dgm:pt>
    <dgm:pt modelId="{45887BCF-FE75-D940-A2F9-316C60116605}" type="pres">
      <dgm:prSet presAssocID="{522C0FD9-73E1-BD4F-AEF9-24C10E57358A}" presName="cycle" presStyleCnt="0">
        <dgm:presLayoutVars>
          <dgm:dir/>
          <dgm:resizeHandles val="exact"/>
        </dgm:presLayoutVars>
      </dgm:prSet>
      <dgm:spPr/>
    </dgm:pt>
    <dgm:pt modelId="{7FDB5431-7D20-C84B-86CB-81BEE09DF707}" type="pres">
      <dgm:prSet presAssocID="{C026C6E3-7964-7448-BA9E-923004CB695F}" presName="node" presStyleLbl="node1" presStyleIdx="0" presStyleCnt="5" custScaleX="221230">
        <dgm:presLayoutVars>
          <dgm:bulletEnabled val="1"/>
        </dgm:presLayoutVars>
      </dgm:prSet>
      <dgm:spPr/>
    </dgm:pt>
    <dgm:pt modelId="{D4E10DA8-D9D9-8C44-9DDB-1C699E62ECAC}" type="pres">
      <dgm:prSet presAssocID="{9F9B6513-19D3-484F-82D9-C0CAC799550C}" presName="sibTrans" presStyleLbl="sibTrans2D1" presStyleIdx="0" presStyleCnt="5"/>
      <dgm:spPr/>
    </dgm:pt>
    <dgm:pt modelId="{04CF3A20-C784-9A49-9693-6417484DE010}" type="pres">
      <dgm:prSet presAssocID="{9F9B6513-19D3-484F-82D9-C0CAC799550C}" presName="connectorText" presStyleLbl="sibTrans2D1" presStyleIdx="0" presStyleCnt="5"/>
      <dgm:spPr/>
    </dgm:pt>
    <dgm:pt modelId="{7F7019BF-B9A4-6047-8668-1DF9E1AFC20C}" type="pres">
      <dgm:prSet presAssocID="{49232C19-6809-F046-B016-88D71F920612}" presName="node" presStyleLbl="node1" presStyleIdx="1" presStyleCnt="5" custScaleX="196435" custRadScaleRad="172722" custRadScaleInc="22749">
        <dgm:presLayoutVars>
          <dgm:bulletEnabled val="1"/>
        </dgm:presLayoutVars>
      </dgm:prSet>
      <dgm:spPr/>
    </dgm:pt>
    <dgm:pt modelId="{6FAE09FE-F195-2A4D-9209-159C799E5C88}" type="pres">
      <dgm:prSet presAssocID="{6337213B-C989-1D44-B8ED-E7F57F070D28}" presName="sibTrans" presStyleLbl="sibTrans2D1" presStyleIdx="1" presStyleCnt="5"/>
      <dgm:spPr/>
    </dgm:pt>
    <dgm:pt modelId="{6985F32A-15C0-9844-A95F-412E58387E0C}" type="pres">
      <dgm:prSet presAssocID="{6337213B-C989-1D44-B8ED-E7F57F070D28}" presName="connectorText" presStyleLbl="sibTrans2D1" presStyleIdx="1" presStyleCnt="5"/>
      <dgm:spPr/>
    </dgm:pt>
    <dgm:pt modelId="{DBB74940-BCCE-9B42-B822-653794CC894A}" type="pres">
      <dgm:prSet presAssocID="{BE2EDE8C-E20A-4848-8BC2-1FD12F7E9739}" presName="node" presStyleLbl="node1" presStyleIdx="2" presStyleCnt="5" custScaleX="275384" custRadScaleRad="129456" custRadScaleInc="-44846">
        <dgm:presLayoutVars>
          <dgm:bulletEnabled val="1"/>
        </dgm:presLayoutVars>
      </dgm:prSet>
      <dgm:spPr/>
    </dgm:pt>
    <dgm:pt modelId="{8E41DC6A-8FB1-9D4F-9598-AAE22E069532}" type="pres">
      <dgm:prSet presAssocID="{8303C4C2-B05E-A545-AA1A-ACE573B77B87}" presName="sibTrans" presStyleLbl="sibTrans2D1" presStyleIdx="2" presStyleCnt="5"/>
      <dgm:spPr/>
    </dgm:pt>
    <dgm:pt modelId="{C315174E-C712-414E-9049-EEE679313581}" type="pres">
      <dgm:prSet presAssocID="{8303C4C2-B05E-A545-AA1A-ACE573B77B87}" presName="connectorText" presStyleLbl="sibTrans2D1" presStyleIdx="2" presStyleCnt="5"/>
      <dgm:spPr/>
    </dgm:pt>
    <dgm:pt modelId="{6F3B9EA7-66E9-A544-87BC-90768FFCFC70}" type="pres">
      <dgm:prSet presAssocID="{5F0B4D46-0E34-5E4C-96DD-845BEAC1494C}" presName="node" presStyleLbl="node1" presStyleIdx="3" presStyleCnt="5" custScaleX="209638" custRadScaleRad="137234" custRadScaleInc="48600">
        <dgm:presLayoutVars>
          <dgm:bulletEnabled val="1"/>
        </dgm:presLayoutVars>
      </dgm:prSet>
      <dgm:spPr/>
    </dgm:pt>
    <dgm:pt modelId="{016626BB-3344-4643-BD46-2A6F92FA24F9}" type="pres">
      <dgm:prSet presAssocID="{CE88F67C-B7DC-DF4F-B0DC-0F0402943461}" presName="sibTrans" presStyleLbl="sibTrans2D1" presStyleIdx="3" presStyleCnt="5"/>
      <dgm:spPr/>
    </dgm:pt>
    <dgm:pt modelId="{56FB4012-332B-A947-82C4-A9C4D68CC22C}" type="pres">
      <dgm:prSet presAssocID="{CE88F67C-B7DC-DF4F-B0DC-0F0402943461}" presName="connectorText" presStyleLbl="sibTrans2D1" presStyleIdx="3" presStyleCnt="5"/>
      <dgm:spPr/>
    </dgm:pt>
    <dgm:pt modelId="{50C2B0F8-0DAE-B84E-8757-41486CC126F2}" type="pres">
      <dgm:prSet presAssocID="{601DB76A-8A7D-8D45-83D9-3CAA9E00F840}" presName="node" presStyleLbl="node1" presStyleIdx="4" presStyleCnt="5" custScaleX="287631" custRadScaleRad="176229" custRadScaleInc="-23970">
        <dgm:presLayoutVars>
          <dgm:bulletEnabled val="1"/>
        </dgm:presLayoutVars>
      </dgm:prSet>
      <dgm:spPr/>
    </dgm:pt>
    <dgm:pt modelId="{84DB2F25-1D83-C145-AC43-0A506D352FC6}" type="pres">
      <dgm:prSet presAssocID="{ECDF9BFA-7133-E64D-9AD0-34B4C9AEA9D1}" presName="sibTrans" presStyleLbl="sibTrans2D1" presStyleIdx="4" presStyleCnt="5"/>
      <dgm:spPr/>
    </dgm:pt>
    <dgm:pt modelId="{8B4EE38D-A265-C64A-ADC0-8A01025C8A49}" type="pres">
      <dgm:prSet presAssocID="{ECDF9BFA-7133-E64D-9AD0-34B4C9AEA9D1}" presName="connectorText" presStyleLbl="sibTrans2D1" presStyleIdx="4" presStyleCnt="5"/>
      <dgm:spPr/>
    </dgm:pt>
  </dgm:ptLst>
  <dgm:cxnLst>
    <dgm:cxn modelId="{1F759C00-5323-2347-AD56-A1351FFED2E5}" type="presOf" srcId="{9F9B6513-19D3-484F-82D9-C0CAC799550C}" destId="{D4E10DA8-D9D9-8C44-9DDB-1C699E62ECAC}" srcOrd="0" destOrd="0" presId="urn:microsoft.com/office/officeart/2005/8/layout/cycle2"/>
    <dgm:cxn modelId="{AE004303-BB8A-6545-A116-38008D67603A}" type="presOf" srcId="{522C0FD9-73E1-BD4F-AEF9-24C10E57358A}" destId="{45887BCF-FE75-D940-A2F9-316C60116605}" srcOrd="0" destOrd="0" presId="urn:microsoft.com/office/officeart/2005/8/layout/cycle2"/>
    <dgm:cxn modelId="{AA53F00E-2EAF-3F4A-8067-A82829BBBA61}" srcId="{522C0FD9-73E1-BD4F-AEF9-24C10E57358A}" destId="{BE2EDE8C-E20A-4848-8BC2-1FD12F7E9739}" srcOrd="2" destOrd="0" parTransId="{6B219B94-4C5E-3D4A-B23F-62B38014CF44}" sibTransId="{8303C4C2-B05E-A545-AA1A-ACE573B77B87}"/>
    <dgm:cxn modelId="{2B79A73A-8C97-484A-81E4-DBB305527277}" type="presOf" srcId="{CE88F67C-B7DC-DF4F-B0DC-0F0402943461}" destId="{016626BB-3344-4643-BD46-2A6F92FA24F9}" srcOrd="0" destOrd="0" presId="urn:microsoft.com/office/officeart/2005/8/layout/cycle2"/>
    <dgm:cxn modelId="{47D70E5E-84D4-8442-8B87-48DBFC2837D0}" type="presOf" srcId="{8303C4C2-B05E-A545-AA1A-ACE573B77B87}" destId="{8E41DC6A-8FB1-9D4F-9598-AAE22E069532}" srcOrd="0" destOrd="0" presId="urn:microsoft.com/office/officeart/2005/8/layout/cycle2"/>
    <dgm:cxn modelId="{A04D2F64-0A62-C743-9B69-0D47961B87B5}" type="presOf" srcId="{CE88F67C-B7DC-DF4F-B0DC-0F0402943461}" destId="{56FB4012-332B-A947-82C4-A9C4D68CC22C}" srcOrd="1" destOrd="0" presId="urn:microsoft.com/office/officeart/2005/8/layout/cycle2"/>
    <dgm:cxn modelId="{AADAF344-BEC0-304A-89D7-DE0800124DE4}" type="presOf" srcId="{601DB76A-8A7D-8D45-83D9-3CAA9E00F840}" destId="{50C2B0F8-0DAE-B84E-8757-41486CC126F2}" srcOrd="0" destOrd="0" presId="urn:microsoft.com/office/officeart/2005/8/layout/cycle2"/>
    <dgm:cxn modelId="{FD9BF672-0AA3-2E45-8682-DA4CD313C30E}" type="presOf" srcId="{ECDF9BFA-7133-E64D-9AD0-34B4C9AEA9D1}" destId="{84DB2F25-1D83-C145-AC43-0A506D352FC6}" srcOrd="0" destOrd="0" presId="urn:microsoft.com/office/officeart/2005/8/layout/cycle2"/>
    <dgm:cxn modelId="{8C4A3776-D47B-9749-8056-FB98CB6C36D6}" srcId="{522C0FD9-73E1-BD4F-AEF9-24C10E57358A}" destId="{601DB76A-8A7D-8D45-83D9-3CAA9E00F840}" srcOrd="4" destOrd="0" parTransId="{6431F733-BD6E-6749-A54A-0390AF29DDBC}" sibTransId="{ECDF9BFA-7133-E64D-9AD0-34B4C9AEA9D1}"/>
    <dgm:cxn modelId="{243E9D57-E0B6-FF43-9982-00575FF8A587}" type="presOf" srcId="{8303C4C2-B05E-A545-AA1A-ACE573B77B87}" destId="{C315174E-C712-414E-9049-EEE679313581}" srcOrd="1" destOrd="0" presId="urn:microsoft.com/office/officeart/2005/8/layout/cycle2"/>
    <dgm:cxn modelId="{E31D9D81-C20B-6E40-81F0-38D662F10939}" type="presOf" srcId="{ECDF9BFA-7133-E64D-9AD0-34B4C9AEA9D1}" destId="{8B4EE38D-A265-C64A-ADC0-8A01025C8A49}" srcOrd="1" destOrd="0" presId="urn:microsoft.com/office/officeart/2005/8/layout/cycle2"/>
    <dgm:cxn modelId="{9C297E8E-BEC9-EC4C-9B62-9225CCFEEA36}" type="presOf" srcId="{6337213B-C989-1D44-B8ED-E7F57F070D28}" destId="{6FAE09FE-F195-2A4D-9209-159C799E5C88}" srcOrd="0" destOrd="0" presId="urn:microsoft.com/office/officeart/2005/8/layout/cycle2"/>
    <dgm:cxn modelId="{22265EA0-03E1-0B4A-A87D-1033B6CDDD9D}" srcId="{522C0FD9-73E1-BD4F-AEF9-24C10E57358A}" destId="{5F0B4D46-0E34-5E4C-96DD-845BEAC1494C}" srcOrd="3" destOrd="0" parTransId="{3D65C027-5555-E64F-B4A4-454C654CF843}" sibTransId="{CE88F67C-B7DC-DF4F-B0DC-0F0402943461}"/>
    <dgm:cxn modelId="{C53ADCA5-F306-5646-84BA-C804C215731D}" srcId="{522C0FD9-73E1-BD4F-AEF9-24C10E57358A}" destId="{C026C6E3-7964-7448-BA9E-923004CB695F}" srcOrd="0" destOrd="0" parTransId="{927132E1-5A1C-6D43-A295-C88A8423AA1A}" sibTransId="{9F9B6513-19D3-484F-82D9-C0CAC799550C}"/>
    <dgm:cxn modelId="{0F428BA9-B9AA-D346-8A92-445E1AA66BFF}" type="presOf" srcId="{6337213B-C989-1D44-B8ED-E7F57F070D28}" destId="{6985F32A-15C0-9844-A95F-412E58387E0C}" srcOrd="1" destOrd="0" presId="urn:microsoft.com/office/officeart/2005/8/layout/cycle2"/>
    <dgm:cxn modelId="{F9F9F3B2-73DE-924B-85E3-80CFC6148F6B}" srcId="{522C0FD9-73E1-BD4F-AEF9-24C10E57358A}" destId="{49232C19-6809-F046-B016-88D71F920612}" srcOrd="1" destOrd="0" parTransId="{29181E21-C25D-8B40-925A-2BD451237808}" sibTransId="{6337213B-C989-1D44-B8ED-E7F57F070D28}"/>
    <dgm:cxn modelId="{FB2DEDBD-B24C-FC4A-A1AC-C5CC79177CE8}" type="presOf" srcId="{BE2EDE8C-E20A-4848-8BC2-1FD12F7E9739}" destId="{DBB74940-BCCE-9B42-B822-653794CC894A}" srcOrd="0" destOrd="0" presId="urn:microsoft.com/office/officeart/2005/8/layout/cycle2"/>
    <dgm:cxn modelId="{890E39C6-D0FF-344E-8393-CC5B3B4DBACC}" type="presOf" srcId="{49232C19-6809-F046-B016-88D71F920612}" destId="{7F7019BF-B9A4-6047-8668-1DF9E1AFC20C}" srcOrd="0" destOrd="0" presId="urn:microsoft.com/office/officeart/2005/8/layout/cycle2"/>
    <dgm:cxn modelId="{886996CB-6E98-F443-BD6D-9D888320667C}" type="presOf" srcId="{C026C6E3-7964-7448-BA9E-923004CB695F}" destId="{7FDB5431-7D20-C84B-86CB-81BEE09DF707}" srcOrd="0" destOrd="0" presId="urn:microsoft.com/office/officeart/2005/8/layout/cycle2"/>
    <dgm:cxn modelId="{A3A5CEEC-765C-2E4E-A179-BE850FB5FBAA}" type="presOf" srcId="{9F9B6513-19D3-484F-82D9-C0CAC799550C}" destId="{04CF3A20-C784-9A49-9693-6417484DE010}" srcOrd="1" destOrd="0" presId="urn:microsoft.com/office/officeart/2005/8/layout/cycle2"/>
    <dgm:cxn modelId="{7AF7EDFD-7F60-F54C-B44C-03517D6BF61E}" type="presOf" srcId="{5F0B4D46-0E34-5E4C-96DD-845BEAC1494C}" destId="{6F3B9EA7-66E9-A544-87BC-90768FFCFC70}" srcOrd="0" destOrd="0" presId="urn:microsoft.com/office/officeart/2005/8/layout/cycle2"/>
    <dgm:cxn modelId="{1B1244EF-831E-9947-BC6F-CF7878EA2EE7}" type="presParOf" srcId="{45887BCF-FE75-D940-A2F9-316C60116605}" destId="{7FDB5431-7D20-C84B-86CB-81BEE09DF707}" srcOrd="0" destOrd="0" presId="urn:microsoft.com/office/officeart/2005/8/layout/cycle2"/>
    <dgm:cxn modelId="{9E8CAD7F-1C6A-0543-8FCD-43FB450DA12F}" type="presParOf" srcId="{45887BCF-FE75-D940-A2F9-316C60116605}" destId="{D4E10DA8-D9D9-8C44-9DDB-1C699E62ECAC}" srcOrd="1" destOrd="0" presId="urn:microsoft.com/office/officeart/2005/8/layout/cycle2"/>
    <dgm:cxn modelId="{C31D07D5-8D6F-514C-9574-599AFB6E72DE}" type="presParOf" srcId="{D4E10DA8-D9D9-8C44-9DDB-1C699E62ECAC}" destId="{04CF3A20-C784-9A49-9693-6417484DE010}" srcOrd="0" destOrd="0" presId="urn:microsoft.com/office/officeart/2005/8/layout/cycle2"/>
    <dgm:cxn modelId="{F9E73AFA-783B-694F-A198-1DEE019E6D76}" type="presParOf" srcId="{45887BCF-FE75-D940-A2F9-316C60116605}" destId="{7F7019BF-B9A4-6047-8668-1DF9E1AFC20C}" srcOrd="2" destOrd="0" presId="urn:microsoft.com/office/officeart/2005/8/layout/cycle2"/>
    <dgm:cxn modelId="{1C6DF212-125B-B34E-9387-2C8301FF996F}" type="presParOf" srcId="{45887BCF-FE75-D940-A2F9-316C60116605}" destId="{6FAE09FE-F195-2A4D-9209-159C799E5C88}" srcOrd="3" destOrd="0" presId="urn:microsoft.com/office/officeart/2005/8/layout/cycle2"/>
    <dgm:cxn modelId="{0B34D2F1-E859-E44E-A6B7-5FDB7C218649}" type="presParOf" srcId="{6FAE09FE-F195-2A4D-9209-159C799E5C88}" destId="{6985F32A-15C0-9844-A95F-412E58387E0C}" srcOrd="0" destOrd="0" presId="urn:microsoft.com/office/officeart/2005/8/layout/cycle2"/>
    <dgm:cxn modelId="{DD038987-3E60-A14C-9352-5607C31D8DC2}" type="presParOf" srcId="{45887BCF-FE75-D940-A2F9-316C60116605}" destId="{DBB74940-BCCE-9B42-B822-653794CC894A}" srcOrd="4" destOrd="0" presId="urn:microsoft.com/office/officeart/2005/8/layout/cycle2"/>
    <dgm:cxn modelId="{F00DFBD9-43DB-EE43-8E18-62F8E74546CD}" type="presParOf" srcId="{45887BCF-FE75-D940-A2F9-316C60116605}" destId="{8E41DC6A-8FB1-9D4F-9598-AAE22E069532}" srcOrd="5" destOrd="0" presId="urn:microsoft.com/office/officeart/2005/8/layout/cycle2"/>
    <dgm:cxn modelId="{8D7114F3-AE34-D840-AB3A-F44C109F36D6}" type="presParOf" srcId="{8E41DC6A-8FB1-9D4F-9598-AAE22E069532}" destId="{C315174E-C712-414E-9049-EEE679313581}" srcOrd="0" destOrd="0" presId="urn:microsoft.com/office/officeart/2005/8/layout/cycle2"/>
    <dgm:cxn modelId="{E1685C81-D8C8-2043-A101-E44FC0254BBA}" type="presParOf" srcId="{45887BCF-FE75-D940-A2F9-316C60116605}" destId="{6F3B9EA7-66E9-A544-87BC-90768FFCFC70}" srcOrd="6" destOrd="0" presId="urn:microsoft.com/office/officeart/2005/8/layout/cycle2"/>
    <dgm:cxn modelId="{C8CF2A97-CA49-5349-B377-5B2B6F0BD92C}" type="presParOf" srcId="{45887BCF-FE75-D940-A2F9-316C60116605}" destId="{016626BB-3344-4643-BD46-2A6F92FA24F9}" srcOrd="7" destOrd="0" presId="urn:microsoft.com/office/officeart/2005/8/layout/cycle2"/>
    <dgm:cxn modelId="{16D48DC2-9D8B-594A-BAEE-AAA29F2E3278}" type="presParOf" srcId="{016626BB-3344-4643-BD46-2A6F92FA24F9}" destId="{56FB4012-332B-A947-82C4-A9C4D68CC22C}" srcOrd="0" destOrd="0" presId="urn:microsoft.com/office/officeart/2005/8/layout/cycle2"/>
    <dgm:cxn modelId="{995D6CE6-190D-8347-A589-C24F0282FA30}" type="presParOf" srcId="{45887BCF-FE75-D940-A2F9-316C60116605}" destId="{50C2B0F8-0DAE-B84E-8757-41486CC126F2}" srcOrd="8" destOrd="0" presId="urn:microsoft.com/office/officeart/2005/8/layout/cycle2"/>
    <dgm:cxn modelId="{3C8A4F59-3E7D-1D45-9E81-3DEE4609DA4C}" type="presParOf" srcId="{45887BCF-FE75-D940-A2F9-316C60116605}" destId="{84DB2F25-1D83-C145-AC43-0A506D352FC6}" srcOrd="9" destOrd="0" presId="urn:microsoft.com/office/officeart/2005/8/layout/cycle2"/>
    <dgm:cxn modelId="{A6F073EC-6C67-6447-82AB-AE02510E804D}" type="presParOf" srcId="{84DB2F25-1D83-C145-AC43-0A506D352FC6}" destId="{8B4EE38D-A265-C64A-ADC0-8A01025C8A4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6DB7F1-101E-46F4-9083-3197FDD2BC6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1CEE086-F948-44E6-84C1-CE158C058210}">
      <dgm:prSet phldrT="[Texte]" phldr="0"/>
      <dgm:spPr/>
      <dgm:t>
        <a:bodyPr/>
        <a:lstStyle/>
        <a:p>
          <a:r>
            <a:rPr lang="fr-FR" dirty="0"/>
            <a:t>Variable</a:t>
          </a:r>
        </a:p>
      </dgm:t>
    </dgm:pt>
    <dgm:pt modelId="{4B65061A-835C-4462-BC45-EAA5AC4388D5}" type="parTrans" cxnId="{1EDC64EF-FE84-48E0-B110-5DEF25D5CA6F}">
      <dgm:prSet/>
      <dgm:spPr/>
      <dgm:t>
        <a:bodyPr/>
        <a:lstStyle/>
        <a:p>
          <a:endParaRPr lang="fr-FR"/>
        </a:p>
      </dgm:t>
    </dgm:pt>
    <dgm:pt modelId="{D2DD3649-5E2E-42D5-BCAD-624D73FD3AEA}" type="sibTrans" cxnId="{1EDC64EF-FE84-48E0-B110-5DEF25D5CA6F}">
      <dgm:prSet/>
      <dgm:spPr/>
      <dgm:t>
        <a:bodyPr/>
        <a:lstStyle/>
        <a:p>
          <a:endParaRPr lang="fr-FR"/>
        </a:p>
      </dgm:t>
    </dgm:pt>
    <dgm:pt modelId="{FFDF3F4F-EDF6-478B-A2BB-907D2A34D7EA}">
      <dgm:prSet phldrT="[Texte]" phldr="0"/>
      <dgm:spPr/>
      <dgm:t>
        <a:bodyPr/>
        <a:lstStyle/>
        <a:p>
          <a:r>
            <a:rPr lang="fr-FR" dirty="0"/>
            <a:t>qualitative</a:t>
          </a:r>
        </a:p>
      </dgm:t>
    </dgm:pt>
    <dgm:pt modelId="{8FF8276A-754D-493B-912A-28F22336BE57}" type="parTrans" cxnId="{0ECF9C50-8BA7-43A5-AB63-A4DCF63F503A}">
      <dgm:prSet/>
      <dgm:spPr/>
      <dgm:t>
        <a:bodyPr/>
        <a:lstStyle/>
        <a:p>
          <a:endParaRPr lang="fr-FR"/>
        </a:p>
      </dgm:t>
    </dgm:pt>
    <dgm:pt modelId="{03675EE0-E36E-4B9A-9B5A-EEBCE85E6720}" type="sibTrans" cxnId="{0ECF9C50-8BA7-43A5-AB63-A4DCF63F503A}">
      <dgm:prSet/>
      <dgm:spPr/>
      <dgm:t>
        <a:bodyPr/>
        <a:lstStyle/>
        <a:p>
          <a:endParaRPr lang="fr-FR"/>
        </a:p>
      </dgm:t>
    </dgm:pt>
    <dgm:pt modelId="{82F47877-DA98-4820-992D-789798DF2731}">
      <dgm:prSet phldrT="[Texte]" phldr="0"/>
      <dgm:spPr/>
      <dgm:t>
        <a:bodyPr/>
        <a:lstStyle/>
        <a:p>
          <a:r>
            <a:rPr lang="fr-FR" dirty="0"/>
            <a:t>nominale</a:t>
          </a:r>
        </a:p>
      </dgm:t>
    </dgm:pt>
    <dgm:pt modelId="{E6F49183-9FCD-451F-88B4-28D6CAB0DB2E}" type="parTrans" cxnId="{B2649C26-C170-4910-AC7E-7712804B40A6}">
      <dgm:prSet/>
      <dgm:spPr/>
      <dgm:t>
        <a:bodyPr/>
        <a:lstStyle/>
        <a:p>
          <a:endParaRPr lang="fr-FR"/>
        </a:p>
      </dgm:t>
    </dgm:pt>
    <dgm:pt modelId="{4A3C3B4F-B5D9-4601-B760-58D438EE8AE9}" type="sibTrans" cxnId="{B2649C26-C170-4910-AC7E-7712804B40A6}">
      <dgm:prSet/>
      <dgm:spPr/>
      <dgm:t>
        <a:bodyPr/>
        <a:lstStyle/>
        <a:p>
          <a:endParaRPr lang="fr-FR"/>
        </a:p>
      </dgm:t>
    </dgm:pt>
    <dgm:pt modelId="{7C952506-D81D-4E0F-AD83-48A97F2458B8}">
      <dgm:prSet phldrT="[Texte]" phldr="0"/>
      <dgm:spPr/>
      <dgm:t>
        <a:bodyPr/>
        <a:lstStyle/>
        <a:p>
          <a:r>
            <a:rPr lang="fr-FR" dirty="0"/>
            <a:t>ordinale</a:t>
          </a:r>
        </a:p>
      </dgm:t>
    </dgm:pt>
    <dgm:pt modelId="{525D1B82-13C3-4A9A-BDD3-217D8462F65F}" type="parTrans" cxnId="{5BE088DF-C0BF-4474-97AC-DCF510B42D22}">
      <dgm:prSet/>
      <dgm:spPr/>
      <dgm:t>
        <a:bodyPr/>
        <a:lstStyle/>
        <a:p>
          <a:endParaRPr lang="fr-FR"/>
        </a:p>
      </dgm:t>
    </dgm:pt>
    <dgm:pt modelId="{B01BC24E-0944-4BEE-99E9-DDC93BBAC809}" type="sibTrans" cxnId="{5BE088DF-C0BF-4474-97AC-DCF510B42D22}">
      <dgm:prSet/>
      <dgm:spPr/>
      <dgm:t>
        <a:bodyPr/>
        <a:lstStyle/>
        <a:p>
          <a:endParaRPr lang="fr-FR"/>
        </a:p>
      </dgm:t>
    </dgm:pt>
    <dgm:pt modelId="{470AE933-4865-4CE5-AB54-20D4462AAF6C}">
      <dgm:prSet phldrT="[Texte]" phldr="0"/>
      <dgm:spPr/>
      <dgm:t>
        <a:bodyPr/>
        <a:lstStyle/>
        <a:p>
          <a:r>
            <a:rPr lang="fr-FR" dirty="0"/>
            <a:t>quantitative</a:t>
          </a:r>
        </a:p>
      </dgm:t>
    </dgm:pt>
    <dgm:pt modelId="{0514586F-1839-4CF4-8B66-F1ADCDEC9FFF}" type="parTrans" cxnId="{44EEE766-68A1-4A37-84A5-8B6DB8CA1C15}">
      <dgm:prSet/>
      <dgm:spPr/>
      <dgm:t>
        <a:bodyPr/>
        <a:lstStyle/>
        <a:p>
          <a:endParaRPr lang="fr-FR"/>
        </a:p>
      </dgm:t>
    </dgm:pt>
    <dgm:pt modelId="{43BC821B-3451-48EE-A48D-08DBDB0CEE8E}" type="sibTrans" cxnId="{44EEE766-68A1-4A37-84A5-8B6DB8CA1C15}">
      <dgm:prSet/>
      <dgm:spPr/>
      <dgm:t>
        <a:bodyPr/>
        <a:lstStyle/>
        <a:p>
          <a:endParaRPr lang="fr-FR"/>
        </a:p>
      </dgm:t>
    </dgm:pt>
    <dgm:pt modelId="{A1131642-5285-4083-B0EC-D1D2F270B9E3}">
      <dgm:prSet phldrT="[Texte]" phldr="0"/>
      <dgm:spPr/>
      <dgm:t>
        <a:bodyPr/>
        <a:lstStyle/>
        <a:p>
          <a:r>
            <a:rPr lang="fr-FR" dirty="0"/>
            <a:t>discrète</a:t>
          </a:r>
        </a:p>
      </dgm:t>
    </dgm:pt>
    <dgm:pt modelId="{0E0B7BA3-0ACC-42C3-B126-F4867F70F952}" type="parTrans" cxnId="{740E8659-BBF6-434A-BAA3-D3B0EF36A9C8}">
      <dgm:prSet/>
      <dgm:spPr/>
      <dgm:t>
        <a:bodyPr/>
        <a:lstStyle/>
        <a:p>
          <a:endParaRPr lang="fr-FR"/>
        </a:p>
      </dgm:t>
    </dgm:pt>
    <dgm:pt modelId="{637C05C9-A57D-4095-92F7-4766118F4443}" type="sibTrans" cxnId="{740E8659-BBF6-434A-BAA3-D3B0EF36A9C8}">
      <dgm:prSet/>
      <dgm:spPr/>
      <dgm:t>
        <a:bodyPr/>
        <a:lstStyle/>
        <a:p>
          <a:endParaRPr lang="fr-FR"/>
        </a:p>
      </dgm:t>
    </dgm:pt>
    <dgm:pt modelId="{9792B3C0-8CED-46DF-A859-41FA2F1FA8AB}">
      <dgm:prSet/>
      <dgm:spPr/>
      <dgm:t>
        <a:bodyPr/>
        <a:lstStyle/>
        <a:p>
          <a:r>
            <a:rPr lang="fr-FR"/>
            <a:t>continue</a:t>
          </a:r>
        </a:p>
      </dgm:t>
    </dgm:pt>
    <dgm:pt modelId="{4C424AE8-7075-4C6B-A0E4-6163B770FB21}" type="parTrans" cxnId="{537C7B71-CA63-40C8-A9E4-4C8187B8369E}">
      <dgm:prSet/>
      <dgm:spPr/>
      <dgm:t>
        <a:bodyPr/>
        <a:lstStyle/>
        <a:p>
          <a:endParaRPr lang="fr-FR"/>
        </a:p>
      </dgm:t>
    </dgm:pt>
    <dgm:pt modelId="{70A2C132-D1D5-4A52-ADEA-7A2DE01F10F9}" type="sibTrans" cxnId="{537C7B71-CA63-40C8-A9E4-4C8187B8369E}">
      <dgm:prSet/>
      <dgm:spPr/>
      <dgm:t>
        <a:bodyPr/>
        <a:lstStyle/>
        <a:p>
          <a:endParaRPr lang="fr-FR"/>
        </a:p>
      </dgm:t>
    </dgm:pt>
    <dgm:pt modelId="{A23272B8-D2D9-469B-89BC-F005097361C0}" type="pres">
      <dgm:prSet presAssocID="{916DB7F1-101E-46F4-9083-3197FDD2BC6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7D8AD3-273F-46C7-9C38-A117F8E58FFD}" type="pres">
      <dgm:prSet presAssocID="{81CEE086-F948-44E6-84C1-CE158C058210}" presName="hierRoot1" presStyleCnt="0"/>
      <dgm:spPr/>
    </dgm:pt>
    <dgm:pt modelId="{55F53647-780B-4FCD-8D19-43E8A04F99A9}" type="pres">
      <dgm:prSet presAssocID="{81CEE086-F948-44E6-84C1-CE158C058210}" presName="composite" presStyleCnt="0"/>
      <dgm:spPr/>
    </dgm:pt>
    <dgm:pt modelId="{083CDD49-DAB8-4D06-BCCD-E9710995DAB8}" type="pres">
      <dgm:prSet presAssocID="{81CEE086-F948-44E6-84C1-CE158C058210}" presName="background" presStyleLbl="node0" presStyleIdx="0" presStyleCnt="1"/>
      <dgm:spPr/>
    </dgm:pt>
    <dgm:pt modelId="{3B6F7B02-A1C9-4EBC-9CB8-56DDEA9E5DA7}" type="pres">
      <dgm:prSet presAssocID="{81CEE086-F948-44E6-84C1-CE158C058210}" presName="text" presStyleLbl="fgAcc0" presStyleIdx="0" presStyleCnt="1" custLinFactNeighborX="4889" custLinFactNeighborY="2566">
        <dgm:presLayoutVars>
          <dgm:chPref val="3"/>
        </dgm:presLayoutVars>
      </dgm:prSet>
      <dgm:spPr/>
    </dgm:pt>
    <dgm:pt modelId="{3EC0E1BA-6C9D-4C76-88A4-E151095AE162}" type="pres">
      <dgm:prSet presAssocID="{81CEE086-F948-44E6-84C1-CE158C058210}" presName="hierChild2" presStyleCnt="0"/>
      <dgm:spPr/>
    </dgm:pt>
    <dgm:pt modelId="{B0354019-5BC2-4B27-ADAF-4FA00D08E054}" type="pres">
      <dgm:prSet presAssocID="{8FF8276A-754D-493B-912A-28F22336BE57}" presName="Name10" presStyleLbl="parChTrans1D2" presStyleIdx="0" presStyleCnt="2"/>
      <dgm:spPr/>
    </dgm:pt>
    <dgm:pt modelId="{CE5C4825-0C03-4A12-B845-FD12C17691B7}" type="pres">
      <dgm:prSet presAssocID="{FFDF3F4F-EDF6-478B-A2BB-907D2A34D7EA}" presName="hierRoot2" presStyleCnt="0"/>
      <dgm:spPr/>
    </dgm:pt>
    <dgm:pt modelId="{731A2741-A1A9-4E75-8246-060F38B771BE}" type="pres">
      <dgm:prSet presAssocID="{FFDF3F4F-EDF6-478B-A2BB-907D2A34D7EA}" presName="composite2" presStyleCnt="0"/>
      <dgm:spPr/>
    </dgm:pt>
    <dgm:pt modelId="{58D583E9-DB8A-4094-B8DD-9C526050570C}" type="pres">
      <dgm:prSet presAssocID="{FFDF3F4F-EDF6-478B-A2BB-907D2A34D7EA}" presName="background2" presStyleLbl="node2" presStyleIdx="0" presStyleCnt="2"/>
      <dgm:spPr/>
    </dgm:pt>
    <dgm:pt modelId="{828C6410-5A83-48C1-AD11-07DC077EFC44}" type="pres">
      <dgm:prSet presAssocID="{FFDF3F4F-EDF6-478B-A2BB-907D2A34D7EA}" presName="text2" presStyleLbl="fgAcc2" presStyleIdx="0" presStyleCnt="2">
        <dgm:presLayoutVars>
          <dgm:chPref val="3"/>
        </dgm:presLayoutVars>
      </dgm:prSet>
      <dgm:spPr/>
    </dgm:pt>
    <dgm:pt modelId="{3674F509-93DA-4E32-99F6-82C766B00C0C}" type="pres">
      <dgm:prSet presAssocID="{FFDF3F4F-EDF6-478B-A2BB-907D2A34D7EA}" presName="hierChild3" presStyleCnt="0"/>
      <dgm:spPr/>
    </dgm:pt>
    <dgm:pt modelId="{D4980FB5-55EC-4BA1-AE85-D988670F3AB0}" type="pres">
      <dgm:prSet presAssocID="{E6F49183-9FCD-451F-88B4-28D6CAB0DB2E}" presName="Name17" presStyleLbl="parChTrans1D3" presStyleIdx="0" presStyleCnt="4"/>
      <dgm:spPr/>
    </dgm:pt>
    <dgm:pt modelId="{AA1A8EE6-D69E-4AA4-9B66-F8102877C90D}" type="pres">
      <dgm:prSet presAssocID="{82F47877-DA98-4820-992D-789798DF2731}" presName="hierRoot3" presStyleCnt="0"/>
      <dgm:spPr/>
    </dgm:pt>
    <dgm:pt modelId="{35A96760-DD60-4448-953A-D828C389E293}" type="pres">
      <dgm:prSet presAssocID="{82F47877-DA98-4820-992D-789798DF2731}" presName="composite3" presStyleCnt="0"/>
      <dgm:spPr/>
    </dgm:pt>
    <dgm:pt modelId="{D1580254-1AFE-4869-BA07-F76550DC66CB}" type="pres">
      <dgm:prSet presAssocID="{82F47877-DA98-4820-992D-789798DF2731}" presName="background3" presStyleLbl="node3" presStyleIdx="0" presStyleCnt="4"/>
      <dgm:spPr/>
    </dgm:pt>
    <dgm:pt modelId="{07954426-B0BE-4214-8092-DE264F4CDD48}" type="pres">
      <dgm:prSet presAssocID="{82F47877-DA98-4820-992D-789798DF2731}" presName="text3" presStyleLbl="fgAcc3" presStyleIdx="0" presStyleCnt="4">
        <dgm:presLayoutVars>
          <dgm:chPref val="3"/>
        </dgm:presLayoutVars>
      </dgm:prSet>
      <dgm:spPr/>
    </dgm:pt>
    <dgm:pt modelId="{F6E2B750-482F-4A0A-80C8-924AF68259E1}" type="pres">
      <dgm:prSet presAssocID="{82F47877-DA98-4820-992D-789798DF2731}" presName="hierChild4" presStyleCnt="0"/>
      <dgm:spPr/>
    </dgm:pt>
    <dgm:pt modelId="{D62D9C7B-95B8-4F85-B1E5-12C557FF4AC8}" type="pres">
      <dgm:prSet presAssocID="{525D1B82-13C3-4A9A-BDD3-217D8462F65F}" presName="Name17" presStyleLbl="parChTrans1D3" presStyleIdx="1" presStyleCnt="4"/>
      <dgm:spPr/>
    </dgm:pt>
    <dgm:pt modelId="{613688A2-7AB4-4A20-84E9-ADE7DAA7DCFA}" type="pres">
      <dgm:prSet presAssocID="{7C952506-D81D-4E0F-AD83-48A97F2458B8}" presName="hierRoot3" presStyleCnt="0"/>
      <dgm:spPr/>
    </dgm:pt>
    <dgm:pt modelId="{15844E24-5B1C-4110-9931-B1BE80DF9788}" type="pres">
      <dgm:prSet presAssocID="{7C952506-D81D-4E0F-AD83-48A97F2458B8}" presName="composite3" presStyleCnt="0"/>
      <dgm:spPr/>
    </dgm:pt>
    <dgm:pt modelId="{58993DD9-1476-4477-AFCA-A0775103AA9C}" type="pres">
      <dgm:prSet presAssocID="{7C952506-D81D-4E0F-AD83-48A97F2458B8}" presName="background3" presStyleLbl="node3" presStyleIdx="1" presStyleCnt="4"/>
      <dgm:spPr/>
    </dgm:pt>
    <dgm:pt modelId="{445377A3-5A99-40E6-B7F7-7FD301732A33}" type="pres">
      <dgm:prSet presAssocID="{7C952506-D81D-4E0F-AD83-48A97F2458B8}" presName="text3" presStyleLbl="fgAcc3" presStyleIdx="1" presStyleCnt="4">
        <dgm:presLayoutVars>
          <dgm:chPref val="3"/>
        </dgm:presLayoutVars>
      </dgm:prSet>
      <dgm:spPr/>
    </dgm:pt>
    <dgm:pt modelId="{2D6D855B-B311-4CD6-9BF7-4CD660DDB99B}" type="pres">
      <dgm:prSet presAssocID="{7C952506-D81D-4E0F-AD83-48A97F2458B8}" presName="hierChild4" presStyleCnt="0"/>
      <dgm:spPr/>
    </dgm:pt>
    <dgm:pt modelId="{E7A1C215-41EA-48DC-A129-4A06593AF3A4}" type="pres">
      <dgm:prSet presAssocID="{0514586F-1839-4CF4-8B66-F1ADCDEC9FFF}" presName="Name10" presStyleLbl="parChTrans1D2" presStyleIdx="1" presStyleCnt="2"/>
      <dgm:spPr/>
    </dgm:pt>
    <dgm:pt modelId="{5C0B0210-A401-472B-A3DA-EC8FF51F799F}" type="pres">
      <dgm:prSet presAssocID="{470AE933-4865-4CE5-AB54-20D4462AAF6C}" presName="hierRoot2" presStyleCnt="0"/>
      <dgm:spPr/>
    </dgm:pt>
    <dgm:pt modelId="{89F49A71-03A6-4CD7-A40B-CB04994FFF67}" type="pres">
      <dgm:prSet presAssocID="{470AE933-4865-4CE5-AB54-20D4462AAF6C}" presName="composite2" presStyleCnt="0"/>
      <dgm:spPr/>
    </dgm:pt>
    <dgm:pt modelId="{CBC496BB-2BA5-4F23-AC92-6B88A2B94F2C}" type="pres">
      <dgm:prSet presAssocID="{470AE933-4865-4CE5-AB54-20D4462AAF6C}" presName="background2" presStyleLbl="node2" presStyleIdx="1" presStyleCnt="2"/>
      <dgm:spPr/>
    </dgm:pt>
    <dgm:pt modelId="{3FFEBBD8-D729-426F-8B65-E89C2E9D28D3}" type="pres">
      <dgm:prSet presAssocID="{470AE933-4865-4CE5-AB54-20D4462AAF6C}" presName="text2" presStyleLbl="fgAcc2" presStyleIdx="1" presStyleCnt="2">
        <dgm:presLayoutVars>
          <dgm:chPref val="3"/>
        </dgm:presLayoutVars>
      </dgm:prSet>
      <dgm:spPr/>
    </dgm:pt>
    <dgm:pt modelId="{96B70CF0-ACF0-44FC-8B89-268DD9B852DC}" type="pres">
      <dgm:prSet presAssocID="{470AE933-4865-4CE5-AB54-20D4462AAF6C}" presName="hierChild3" presStyleCnt="0"/>
      <dgm:spPr/>
    </dgm:pt>
    <dgm:pt modelId="{EBFC8CBB-D462-479A-ACE0-D8F585F83C9F}" type="pres">
      <dgm:prSet presAssocID="{0E0B7BA3-0ACC-42C3-B126-F4867F70F952}" presName="Name17" presStyleLbl="parChTrans1D3" presStyleIdx="2" presStyleCnt="4"/>
      <dgm:spPr/>
    </dgm:pt>
    <dgm:pt modelId="{9AAC550C-FE73-4B66-9ED2-00CC84B5811E}" type="pres">
      <dgm:prSet presAssocID="{A1131642-5285-4083-B0EC-D1D2F270B9E3}" presName="hierRoot3" presStyleCnt="0"/>
      <dgm:spPr/>
    </dgm:pt>
    <dgm:pt modelId="{87CFD457-20B7-41E7-9431-4D6CA5B8BBE8}" type="pres">
      <dgm:prSet presAssocID="{A1131642-5285-4083-B0EC-D1D2F270B9E3}" presName="composite3" presStyleCnt="0"/>
      <dgm:spPr/>
    </dgm:pt>
    <dgm:pt modelId="{12CCBC65-9F70-47F3-BE93-A0F0A456FB0A}" type="pres">
      <dgm:prSet presAssocID="{A1131642-5285-4083-B0EC-D1D2F270B9E3}" presName="background3" presStyleLbl="node3" presStyleIdx="2" presStyleCnt="4"/>
      <dgm:spPr/>
    </dgm:pt>
    <dgm:pt modelId="{BAB30063-3D05-4F65-B673-D79E9AC6AC48}" type="pres">
      <dgm:prSet presAssocID="{A1131642-5285-4083-B0EC-D1D2F270B9E3}" presName="text3" presStyleLbl="fgAcc3" presStyleIdx="2" presStyleCnt="4">
        <dgm:presLayoutVars>
          <dgm:chPref val="3"/>
        </dgm:presLayoutVars>
      </dgm:prSet>
      <dgm:spPr/>
    </dgm:pt>
    <dgm:pt modelId="{4D79E459-8318-4F60-9B87-11B301C5ADDA}" type="pres">
      <dgm:prSet presAssocID="{A1131642-5285-4083-B0EC-D1D2F270B9E3}" presName="hierChild4" presStyleCnt="0"/>
      <dgm:spPr/>
    </dgm:pt>
    <dgm:pt modelId="{E80F1F45-9864-4AB4-99BC-9A6BC5EDEC0C}" type="pres">
      <dgm:prSet presAssocID="{4C424AE8-7075-4C6B-A0E4-6163B770FB21}" presName="Name17" presStyleLbl="parChTrans1D3" presStyleIdx="3" presStyleCnt="4"/>
      <dgm:spPr/>
    </dgm:pt>
    <dgm:pt modelId="{E790FE26-C9E0-40AB-BC4D-5564FB108FA3}" type="pres">
      <dgm:prSet presAssocID="{9792B3C0-8CED-46DF-A859-41FA2F1FA8AB}" presName="hierRoot3" presStyleCnt="0"/>
      <dgm:spPr/>
    </dgm:pt>
    <dgm:pt modelId="{53105E27-D221-4988-AB40-2AF9F23FB312}" type="pres">
      <dgm:prSet presAssocID="{9792B3C0-8CED-46DF-A859-41FA2F1FA8AB}" presName="composite3" presStyleCnt="0"/>
      <dgm:spPr/>
    </dgm:pt>
    <dgm:pt modelId="{EEDF098D-D4B6-42D4-9618-B9A14977B369}" type="pres">
      <dgm:prSet presAssocID="{9792B3C0-8CED-46DF-A859-41FA2F1FA8AB}" presName="background3" presStyleLbl="node3" presStyleIdx="3" presStyleCnt="4"/>
      <dgm:spPr/>
    </dgm:pt>
    <dgm:pt modelId="{4568BD25-A609-4A48-85CE-605F5FD0B36C}" type="pres">
      <dgm:prSet presAssocID="{9792B3C0-8CED-46DF-A859-41FA2F1FA8AB}" presName="text3" presStyleLbl="fgAcc3" presStyleIdx="3" presStyleCnt="4">
        <dgm:presLayoutVars>
          <dgm:chPref val="3"/>
        </dgm:presLayoutVars>
      </dgm:prSet>
      <dgm:spPr/>
    </dgm:pt>
    <dgm:pt modelId="{30DB8DA6-4B96-492B-99E7-06DEACA55BBE}" type="pres">
      <dgm:prSet presAssocID="{9792B3C0-8CED-46DF-A859-41FA2F1FA8AB}" presName="hierChild4" presStyleCnt="0"/>
      <dgm:spPr/>
    </dgm:pt>
  </dgm:ptLst>
  <dgm:cxnLst>
    <dgm:cxn modelId="{62691A08-CA99-4B54-895A-C1410A6BB1C4}" type="presOf" srcId="{E6F49183-9FCD-451F-88B4-28D6CAB0DB2E}" destId="{D4980FB5-55EC-4BA1-AE85-D988670F3AB0}" srcOrd="0" destOrd="0" presId="urn:microsoft.com/office/officeart/2005/8/layout/hierarchy1"/>
    <dgm:cxn modelId="{E62D4C23-8CA5-4ED7-B173-C81D12698106}" type="presOf" srcId="{FFDF3F4F-EDF6-478B-A2BB-907D2A34D7EA}" destId="{828C6410-5A83-48C1-AD11-07DC077EFC44}" srcOrd="0" destOrd="0" presId="urn:microsoft.com/office/officeart/2005/8/layout/hierarchy1"/>
    <dgm:cxn modelId="{B2649C26-C170-4910-AC7E-7712804B40A6}" srcId="{FFDF3F4F-EDF6-478B-A2BB-907D2A34D7EA}" destId="{82F47877-DA98-4820-992D-789798DF2731}" srcOrd="0" destOrd="0" parTransId="{E6F49183-9FCD-451F-88B4-28D6CAB0DB2E}" sibTransId="{4A3C3B4F-B5D9-4601-B760-58D438EE8AE9}"/>
    <dgm:cxn modelId="{C139B65D-EC2A-48FB-947B-D9C5646848AB}" type="presOf" srcId="{A1131642-5285-4083-B0EC-D1D2F270B9E3}" destId="{BAB30063-3D05-4F65-B673-D79E9AC6AC48}" srcOrd="0" destOrd="0" presId="urn:microsoft.com/office/officeart/2005/8/layout/hierarchy1"/>
    <dgm:cxn modelId="{A6025A60-25AA-490B-BC67-896F9A5C09F4}" type="presOf" srcId="{525D1B82-13C3-4A9A-BDD3-217D8462F65F}" destId="{D62D9C7B-95B8-4F85-B1E5-12C557FF4AC8}" srcOrd="0" destOrd="0" presId="urn:microsoft.com/office/officeart/2005/8/layout/hierarchy1"/>
    <dgm:cxn modelId="{C5D28864-6CDE-4043-B3D2-32B4B7EC9269}" type="presOf" srcId="{916DB7F1-101E-46F4-9083-3197FDD2BC62}" destId="{A23272B8-D2D9-469B-89BC-F005097361C0}" srcOrd="0" destOrd="0" presId="urn:microsoft.com/office/officeart/2005/8/layout/hierarchy1"/>
    <dgm:cxn modelId="{44EEE766-68A1-4A37-84A5-8B6DB8CA1C15}" srcId="{81CEE086-F948-44E6-84C1-CE158C058210}" destId="{470AE933-4865-4CE5-AB54-20D4462AAF6C}" srcOrd="1" destOrd="0" parTransId="{0514586F-1839-4CF4-8B66-F1ADCDEC9FFF}" sibTransId="{43BC821B-3451-48EE-A48D-08DBDB0CEE8E}"/>
    <dgm:cxn modelId="{A5D3D44F-ECBC-486C-885E-7A6056F53FBA}" type="presOf" srcId="{9792B3C0-8CED-46DF-A859-41FA2F1FA8AB}" destId="{4568BD25-A609-4A48-85CE-605F5FD0B36C}" srcOrd="0" destOrd="0" presId="urn:microsoft.com/office/officeart/2005/8/layout/hierarchy1"/>
    <dgm:cxn modelId="{0ECF9C50-8BA7-43A5-AB63-A4DCF63F503A}" srcId="{81CEE086-F948-44E6-84C1-CE158C058210}" destId="{FFDF3F4F-EDF6-478B-A2BB-907D2A34D7EA}" srcOrd="0" destOrd="0" parTransId="{8FF8276A-754D-493B-912A-28F22336BE57}" sibTransId="{03675EE0-E36E-4B9A-9B5A-EEBCE85E6720}"/>
    <dgm:cxn modelId="{537C7B71-CA63-40C8-A9E4-4C8187B8369E}" srcId="{470AE933-4865-4CE5-AB54-20D4462AAF6C}" destId="{9792B3C0-8CED-46DF-A859-41FA2F1FA8AB}" srcOrd="1" destOrd="0" parTransId="{4C424AE8-7075-4C6B-A0E4-6163B770FB21}" sibTransId="{70A2C132-D1D5-4A52-ADEA-7A2DE01F10F9}"/>
    <dgm:cxn modelId="{4AC87355-03FC-4EA1-8A9F-C51ADD5148E3}" type="presOf" srcId="{7C952506-D81D-4E0F-AD83-48A97F2458B8}" destId="{445377A3-5A99-40E6-B7F7-7FD301732A33}" srcOrd="0" destOrd="0" presId="urn:microsoft.com/office/officeart/2005/8/layout/hierarchy1"/>
    <dgm:cxn modelId="{8629FC75-2DAD-4A53-91D7-4F27152BDF6C}" type="presOf" srcId="{4C424AE8-7075-4C6B-A0E4-6163B770FB21}" destId="{E80F1F45-9864-4AB4-99BC-9A6BC5EDEC0C}" srcOrd="0" destOrd="0" presId="urn:microsoft.com/office/officeart/2005/8/layout/hierarchy1"/>
    <dgm:cxn modelId="{740E8659-BBF6-434A-BAA3-D3B0EF36A9C8}" srcId="{470AE933-4865-4CE5-AB54-20D4462AAF6C}" destId="{A1131642-5285-4083-B0EC-D1D2F270B9E3}" srcOrd="0" destOrd="0" parTransId="{0E0B7BA3-0ACC-42C3-B126-F4867F70F952}" sibTransId="{637C05C9-A57D-4095-92F7-4766118F4443}"/>
    <dgm:cxn modelId="{863FD759-24C0-4D43-9E04-B6C239DC4208}" type="presOf" srcId="{0514586F-1839-4CF4-8B66-F1ADCDEC9FFF}" destId="{E7A1C215-41EA-48DC-A129-4A06593AF3A4}" srcOrd="0" destOrd="0" presId="urn:microsoft.com/office/officeart/2005/8/layout/hierarchy1"/>
    <dgm:cxn modelId="{1935839C-44B4-42AA-B8FE-E820C2586307}" type="presOf" srcId="{8FF8276A-754D-493B-912A-28F22336BE57}" destId="{B0354019-5BC2-4B27-ADAF-4FA00D08E054}" srcOrd="0" destOrd="0" presId="urn:microsoft.com/office/officeart/2005/8/layout/hierarchy1"/>
    <dgm:cxn modelId="{606398B8-85CB-46A0-AF15-4AC6F3B58EBB}" type="presOf" srcId="{81CEE086-F948-44E6-84C1-CE158C058210}" destId="{3B6F7B02-A1C9-4EBC-9CB8-56DDEA9E5DA7}" srcOrd="0" destOrd="0" presId="urn:microsoft.com/office/officeart/2005/8/layout/hierarchy1"/>
    <dgm:cxn modelId="{797DA1D8-DCC8-48C6-8EE3-B85E7C403596}" type="presOf" srcId="{0E0B7BA3-0ACC-42C3-B126-F4867F70F952}" destId="{EBFC8CBB-D462-479A-ACE0-D8F585F83C9F}" srcOrd="0" destOrd="0" presId="urn:microsoft.com/office/officeart/2005/8/layout/hierarchy1"/>
    <dgm:cxn modelId="{5BE088DF-C0BF-4474-97AC-DCF510B42D22}" srcId="{FFDF3F4F-EDF6-478B-A2BB-907D2A34D7EA}" destId="{7C952506-D81D-4E0F-AD83-48A97F2458B8}" srcOrd="1" destOrd="0" parTransId="{525D1B82-13C3-4A9A-BDD3-217D8462F65F}" sibTransId="{B01BC24E-0944-4BEE-99E9-DDC93BBAC809}"/>
    <dgm:cxn modelId="{D6E748EC-2087-4DE9-9AAC-A718832710C7}" type="presOf" srcId="{82F47877-DA98-4820-992D-789798DF2731}" destId="{07954426-B0BE-4214-8092-DE264F4CDD48}" srcOrd="0" destOrd="0" presId="urn:microsoft.com/office/officeart/2005/8/layout/hierarchy1"/>
    <dgm:cxn modelId="{1EDC64EF-FE84-48E0-B110-5DEF25D5CA6F}" srcId="{916DB7F1-101E-46F4-9083-3197FDD2BC62}" destId="{81CEE086-F948-44E6-84C1-CE158C058210}" srcOrd="0" destOrd="0" parTransId="{4B65061A-835C-4462-BC45-EAA5AC4388D5}" sibTransId="{D2DD3649-5E2E-42D5-BCAD-624D73FD3AEA}"/>
    <dgm:cxn modelId="{AA528DEF-1097-41C7-A9AD-A802A39906FF}" type="presOf" srcId="{470AE933-4865-4CE5-AB54-20D4462AAF6C}" destId="{3FFEBBD8-D729-426F-8B65-E89C2E9D28D3}" srcOrd="0" destOrd="0" presId="urn:microsoft.com/office/officeart/2005/8/layout/hierarchy1"/>
    <dgm:cxn modelId="{9B025BD0-A4DE-4425-AF2A-2CEC2F15B9D3}" type="presParOf" srcId="{A23272B8-D2D9-469B-89BC-F005097361C0}" destId="{C17D8AD3-273F-46C7-9C38-A117F8E58FFD}" srcOrd="0" destOrd="0" presId="urn:microsoft.com/office/officeart/2005/8/layout/hierarchy1"/>
    <dgm:cxn modelId="{9E10E189-C799-4617-9B28-C218E81CA081}" type="presParOf" srcId="{C17D8AD3-273F-46C7-9C38-A117F8E58FFD}" destId="{55F53647-780B-4FCD-8D19-43E8A04F99A9}" srcOrd="0" destOrd="0" presId="urn:microsoft.com/office/officeart/2005/8/layout/hierarchy1"/>
    <dgm:cxn modelId="{C8E3DDC2-4EC8-4ABB-B6B3-EB484A385E6E}" type="presParOf" srcId="{55F53647-780B-4FCD-8D19-43E8A04F99A9}" destId="{083CDD49-DAB8-4D06-BCCD-E9710995DAB8}" srcOrd="0" destOrd="0" presId="urn:microsoft.com/office/officeart/2005/8/layout/hierarchy1"/>
    <dgm:cxn modelId="{811228A9-68E2-4D45-BD69-AFA098F6C336}" type="presParOf" srcId="{55F53647-780B-4FCD-8D19-43E8A04F99A9}" destId="{3B6F7B02-A1C9-4EBC-9CB8-56DDEA9E5DA7}" srcOrd="1" destOrd="0" presId="urn:microsoft.com/office/officeart/2005/8/layout/hierarchy1"/>
    <dgm:cxn modelId="{B11E43C7-CB18-429B-B870-9DCC86EF925F}" type="presParOf" srcId="{C17D8AD3-273F-46C7-9C38-A117F8E58FFD}" destId="{3EC0E1BA-6C9D-4C76-88A4-E151095AE162}" srcOrd="1" destOrd="0" presId="urn:microsoft.com/office/officeart/2005/8/layout/hierarchy1"/>
    <dgm:cxn modelId="{2F4B5264-A732-4125-A079-0D7F5367B347}" type="presParOf" srcId="{3EC0E1BA-6C9D-4C76-88A4-E151095AE162}" destId="{B0354019-5BC2-4B27-ADAF-4FA00D08E054}" srcOrd="0" destOrd="0" presId="urn:microsoft.com/office/officeart/2005/8/layout/hierarchy1"/>
    <dgm:cxn modelId="{2027FA65-9944-40EB-8731-4B76EBCFC4C1}" type="presParOf" srcId="{3EC0E1BA-6C9D-4C76-88A4-E151095AE162}" destId="{CE5C4825-0C03-4A12-B845-FD12C17691B7}" srcOrd="1" destOrd="0" presId="urn:microsoft.com/office/officeart/2005/8/layout/hierarchy1"/>
    <dgm:cxn modelId="{E5C98A33-6FD0-4809-B518-77EA1B289DE7}" type="presParOf" srcId="{CE5C4825-0C03-4A12-B845-FD12C17691B7}" destId="{731A2741-A1A9-4E75-8246-060F38B771BE}" srcOrd="0" destOrd="0" presId="urn:microsoft.com/office/officeart/2005/8/layout/hierarchy1"/>
    <dgm:cxn modelId="{19332357-8185-4465-8296-5D3C9981342A}" type="presParOf" srcId="{731A2741-A1A9-4E75-8246-060F38B771BE}" destId="{58D583E9-DB8A-4094-B8DD-9C526050570C}" srcOrd="0" destOrd="0" presId="urn:microsoft.com/office/officeart/2005/8/layout/hierarchy1"/>
    <dgm:cxn modelId="{CFFF11FF-B279-42C9-8EB9-9E253E25BE1F}" type="presParOf" srcId="{731A2741-A1A9-4E75-8246-060F38B771BE}" destId="{828C6410-5A83-48C1-AD11-07DC077EFC44}" srcOrd="1" destOrd="0" presId="urn:microsoft.com/office/officeart/2005/8/layout/hierarchy1"/>
    <dgm:cxn modelId="{AA6FC62A-144B-44B0-885A-5F7D265074E8}" type="presParOf" srcId="{CE5C4825-0C03-4A12-B845-FD12C17691B7}" destId="{3674F509-93DA-4E32-99F6-82C766B00C0C}" srcOrd="1" destOrd="0" presId="urn:microsoft.com/office/officeart/2005/8/layout/hierarchy1"/>
    <dgm:cxn modelId="{C4B608C9-E110-43D1-87BA-4DAE85310C4F}" type="presParOf" srcId="{3674F509-93DA-4E32-99F6-82C766B00C0C}" destId="{D4980FB5-55EC-4BA1-AE85-D988670F3AB0}" srcOrd="0" destOrd="0" presId="urn:microsoft.com/office/officeart/2005/8/layout/hierarchy1"/>
    <dgm:cxn modelId="{1C93DE35-43CA-4D6D-9680-EA3BAF34E3BC}" type="presParOf" srcId="{3674F509-93DA-4E32-99F6-82C766B00C0C}" destId="{AA1A8EE6-D69E-4AA4-9B66-F8102877C90D}" srcOrd="1" destOrd="0" presId="urn:microsoft.com/office/officeart/2005/8/layout/hierarchy1"/>
    <dgm:cxn modelId="{71981B68-4D16-4E78-AEA5-D5B778BEB03E}" type="presParOf" srcId="{AA1A8EE6-D69E-4AA4-9B66-F8102877C90D}" destId="{35A96760-DD60-4448-953A-D828C389E293}" srcOrd="0" destOrd="0" presId="urn:microsoft.com/office/officeart/2005/8/layout/hierarchy1"/>
    <dgm:cxn modelId="{63331D64-7129-471E-8CFB-B4123F564919}" type="presParOf" srcId="{35A96760-DD60-4448-953A-D828C389E293}" destId="{D1580254-1AFE-4869-BA07-F76550DC66CB}" srcOrd="0" destOrd="0" presId="urn:microsoft.com/office/officeart/2005/8/layout/hierarchy1"/>
    <dgm:cxn modelId="{404A1834-B6CB-4F61-A7AE-B29268F173C9}" type="presParOf" srcId="{35A96760-DD60-4448-953A-D828C389E293}" destId="{07954426-B0BE-4214-8092-DE264F4CDD48}" srcOrd="1" destOrd="0" presId="urn:microsoft.com/office/officeart/2005/8/layout/hierarchy1"/>
    <dgm:cxn modelId="{7991E977-98B5-4193-8D41-A5194DD15E64}" type="presParOf" srcId="{AA1A8EE6-D69E-4AA4-9B66-F8102877C90D}" destId="{F6E2B750-482F-4A0A-80C8-924AF68259E1}" srcOrd="1" destOrd="0" presId="urn:microsoft.com/office/officeart/2005/8/layout/hierarchy1"/>
    <dgm:cxn modelId="{BE8D57F9-383F-4025-A150-976D064E15EF}" type="presParOf" srcId="{3674F509-93DA-4E32-99F6-82C766B00C0C}" destId="{D62D9C7B-95B8-4F85-B1E5-12C557FF4AC8}" srcOrd="2" destOrd="0" presId="urn:microsoft.com/office/officeart/2005/8/layout/hierarchy1"/>
    <dgm:cxn modelId="{6D6058E6-43FA-4F0B-BC48-EF46B668C3B2}" type="presParOf" srcId="{3674F509-93DA-4E32-99F6-82C766B00C0C}" destId="{613688A2-7AB4-4A20-84E9-ADE7DAA7DCFA}" srcOrd="3" destOrd="0" presId="urn:microsoft.com/office/officeart/2005/8/layout/hierarchy1"/>
    <dgm:cxn modelId="{79C72AB5-BA7C-4B2B-A94D-EAE27F541E99}" type="presParOf" srcId="{613688A2-7AB4-4A20-84E9-ADE7DAA7DCFA}" destId="{15844E24-5B1C-4110-9931-B1BE80DF9788}" srcOrd="0" destOrd="0" presId="urn:microsoft.com/office/officeart/2005/8/layout/hierarchy1"/>
    <dgm:cxn modelId="{F80FD183-A58B-480D-BFA1-CEE1AEE7714E}" type="presParOf" srcId="{15844E24-5B1C-4110-9931-B1BE80DF9788}" destId="{58993DD9-1476-4477-AFCA-A0775103AA9C}" srcOrd="0" destOrd="0" presId="urn:microsoft.com/office/officeart/2005/8/layout/hierarchy1"/>
    <dgm:cxn modelId="{06A0D148-30F0-4A6B-BBA5-ADB3DA8AA834}" type="presParOf" srcId="{15844E24-5B1C-4110-9931-B1BE80DF9788}" destId="{445377A3-5A99-40E6-B7F7-7FD301732A33}" srcOrd="1" destOrd="0" presId="urn:microsoft.com/office/officeart/2005/8/layout/hierarchy1"/>
    <dgm:cxn modelId="{79BA369C-BD46-460D-A579-582EC3387595}" type="presParOf" srcId="{613688A2-7AB4-4A20-84E9-ADE7DAA7DCFA}" destId="{2D6D855B-B311-4CD6-9BF7-4CD660DDB99B}" srcOrd="1" destOrd="0" presId="urn:microsoft.com/office/officeart/2005/8/layout/hierarchy1"/>
    <dgm:cxn modelId="{FB867A22-F773-4E9B-8B15-77F3115A8483}" type="presParOf" srcId="{3EC0E1BA-6C9D-4C76-88A4-E151095AE162}" destId="{E7A1C215-41EA-48DC-A129-4A06593AF3A4}" srcOrd="2" destOrd="0" presId="urn:microsoft.com/office/officeart/2005/8/layout/hierarchy1"/>
    <dgm:cxn modelId="{056E5F1C-29FF-4A4A-8EF7-A7EE5A491F0D}" type="presParOf" srcId="{3EC0E1BA-6C9D-4C76-88A4-E151095AE162}" destId="{5C0B0210-A401-472B-A3DA-EC8FF51F799F}" srcOrd="3" destOrd="0" presId="urn:microsoft.com/office/officeart/2005/8/layout/hierarchy1"/>
    <dgm:cxn modelId="{9F6090D8-5629-417A-B1EB-2944E68088FC}" type="presParOf" srcId="{5C0B0210-A401-472B-A3DA-EC8FF51F799F}" destId="{89F49A71-03A6-4CD7-A40B-CB04994FFF67}" srcOrd="0" destOrd="0" presId="urn:microsoft.com/office/officeart/2005/8/layout/hierarchy1"/>
    <dgm:cxn modelId="{58AB3893-1D65-479C-823C-D5EE8C5A3B38}" type="presParOf" srcId="{89F49A71-03A6-4CD7-A40B-CB04994FFF67}" destId="{CBC496BB-2BA5-4F23-AC92-6B88A2B94F2C}" srcOrd="0" destOrd="0" presId="urn:microsoft.com/office/officeart/2005/8/layout/hierarchy1"/>
    <dgm:cxn modelId="{9FEC5BD4-C78A-4BA6-AB6B-3BBE5BB78791}" type="presParOf" srcId="{89F49A71-03A6-4CD7-A40B-CB04994FFF67}" destId="{3FFEBBD8-D729-426F-8B65-E89C2E9D28D3}" srcOrd="1" destOrd="0" presId="urn:microsoft.com/office/officeart/2005/8/layout/hierarchy1"/>
    <dgm:cxn modelId="{FF7A2024-2BB9-4CBC-A3DB-526BE54896EB}" type="presParOf" srcId="{5C0B0210-A401-472B-A3DA-EC8FF51F799F}" destId="{96B70CF0-ACF0-44FC-8B89-268DD9B852DC}" srcOrd="1" destOrd="0" presId="urn:microsoft.com/office/officeart/2005/8/layout/hierarchy1"/>
    <dgm:cxn modelId="{19E3E2AC-6A2E-4C94-AB63-0EBAB6A45997}" type="presParOf" srcId="{96B70CF0-ACF0-44FC-8B89-268DD9B852DC}" destId="{EBFC8CBB-D462-479A-ACE0-D8F585F83C9F}" srcOrd="0" destOrd="0" presId="urn:microsoft.com/office/officeart/2005/8/layout/hierarchy1"/>
    <dgm:cxn modelId="{E5BD19E5-AD21-4107-8F03-C746BC0F8C97}" type="presParOf" srcId="{96B70CF0-ACF0-44FC-8B89-268DD9B852DC}" destId="{9AAC550C-FE73-4B66-9ED2-00CC84B5811E}" srcOrd="1" destOrd="0" presId="urn:microsoft.com/office/officeart/2005/8/layout/hierarchy1"/>
    <dgm:cxn modelId="{C3007176-3C68-4397-B53E-A53512CAC227}" type="presParOf" srcId="{9AAC550C-FE73-4B66-9ED2-00CC84B5811E}" destId="{87CFD457-20B7-41E7-9431-4D6CA5B8BBE8}" srcOrd="0" destOrd="0" presId="urn:microsoft.com/office/officeart/2005/8/layout/hierarchy1"/>
    <dgm:cxn modelId="{1474F030-F781-4162-9C91-2ECE1DC85FF6}" type="presParOf" srcId="{87CFD457-20B7-41E7-9431-4D6CA5B8BBE8}" destId="{12CCBC65-9F70-47F3-BE93-A0F0A456FB0A}" srcOrd="0" destOrd="0" presId="urn:microsoft.com/office/officeart/2005/8/layout/hierarchy1"/>
    <dgm:cxn modelId="{154DE1EF-D6EE-436F-BA48-9C306ABBECA1}" type="presParOf" srcId="{87CFD457-20B7-41E7-9431-4D6CA5B8BBE8}" destId="{BAB30063-3D05-4F65-B673-D79E9AC6AC48}" srcOrd="1" destOrd="0" presId="urn:microsoft.com/office/officeart/2005/8/layout/hierarchy1"/>
    <dgm:cxn modelId="{7539799F-AAFC-43D2-BEC9-3F016D137775}" type="presParOf" srcId="{9AAC550C-FE73-4B66-9ED2-00CC84B5811E}" destId="{4D79E459-8318-4F60-9B87-11B301C5ADDA}" srcOrd="1" destOrd="0" presId="urn:microsoft.com/office/officeart/2005/8/layout/hierarchy1"/>
    <dgm:cxn modelId="{FE0AB391-79DF-45DA-94EE-8DC1E2FB800D}" type="presParOf" srcId="{96B70CF0-ACF0-44FC-8B89-268DD9B852DC}" destId="{E80F1F45-9864-4AB4-99BC-9A6BC5EDEC0C}" srcOrd="2" destOrd="0" presId="urn:microsoft.com/office/officeart/2005/8/layout/hierarchy1"/>
    <dgm:cxn modelId="{91B97251-6B49-41BB-B9E1-CAF05C5EB34E}" type="presParOf" srcId="{96B70CF0-ACF0-44FC-8B89-268DD9B852DC}" destId="{E790FE26-C9E0-40AB-BC4D-5564FB108FA3}" srcOrd="3" destOrd="0" presId="urn:microsoft.com/office/officeart/2005/8/layout/hierarchy1"/>
    <dgm:cxn modelId="{DA86EED9-91A9-4B65-BB52-557CCC89E29F}" type="presParOf" srcId="{E790FE26-C9E0-40AB-BC4D-5564FB108FA3}" destId="{53105E27-D221-4988-AB40-2AF9F23FB312}" srcOrd="0" destOrd="0" presId="urn:microsoft.com/office/officeart/2005/8/layout/hierarchy1"/>
    <dgm:cxn modelId="{C0A5FA08-17FE-4A3B-ABC0-4949F4B00B49}" type="presParOf" srcId="{53105E27-D221-4988-AB40-2AF9F23FB312}" destId="{EEDF098D-D4B6-42D4-9618-B9A14977B369}" srcOrd="0" destOrd="0" presId="urn:microsoft.com/office/officeart/2005/8/layout/hierarchy1"/>
    <dgm:cxn modelId="{BFC9A109-97FF-43EC-8E0E-1E7ABBAA29E9}" type="presParOf" srcId="{53105E27-D221-4988-AB40-2AF9F23FB312}" destId="{4568BD25-A609-4A48-85CE-605F5FD0B36C}" srcOrd="1" destOrd="0" presId="urn:microsoft.com/office/officeart/2005/8/layout/hierarchy1"/>
    <dgm:cxn modelId="{1F91ECF1-DCA3-497F-B0AA-51642E1C8A4B}" type="presParOf" srcId="{E790FE26-C9E0-40AB-BC4D-5564FB108FA3}" destId="{30DB8DA6-4B96-492B-99E7-06DEACA55BB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B5431-7D20-C84B-86CB-81BEE09DF707}">
      <dsp:nvSpPr>
        <dsp:cNvPr id="0" name=""/>
        <dsp:cNvSpPr/>
      </dsp:nvSpPr>
      <dsp:spPr>
        <a:xfrm>
          <a:off x="4103502" y="231"/>
          <a:ext cx="2907957" cy="1314449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Définition du problème en lien avec la littérature</a:t>
          </a:r>
        </a:p>
      </dsp:txBody>
      <dsp:txXfrm>
        <a:off x="4529362" y="192728"/>
        <a:ext cx="2056237" cy="929455"/>
      </dsp:txXfrm>
    </dsp:sp>
    <dsp:sp modelId="{D4E10DA8-D9D9-8C44-9DDB-1C699E62ECAC}">
      <dsp:nvSpPr>
        <dsp:cNvPr id="0" name=""/>
        <dsp:cNvSpPr/>
      </dsp:nvSpPr>
      <dsp:spPr>
        <a:xfrm rot="1351253">
          <a:off x="6784327" y="1037633"/>
          <a:ext cx="449980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6789402" y="1100870"/>
        <a:ext cx="316892" cy="266176"/>
      </dsp:txXfrm>
    </dsp:sp>
    <dsp:sp modelId="{7F7019BF-B9A4-6047-8668-1DF9E1AFC20C}">
      <dsp:nvSpPr>
        <dsp:cNvPr id="0" name=""/>
        <dsp:cNvSpPr/>
      </dsp:nvSpPr>
      <dsp:spPr>
        <a:xfrm>
          <a:off x="7123197" y="1184750"/>
          <a:ext cx="2582039" cy="1314450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Hypothèses</a:t>
          </a:r>
        </a:p>
      </dsp:txBody>
      <dsp:txXfrm>
        <a:off x="7501328" y="1377247"/>
        <a:ext cx="1825777" cy="929456"/>
      </dsp:txXfrm>
    </dsp:sp>
    <dsp:sp modelId="{6FAE09FE-F195-2A4D-9209-159C799E5C88}">
      <dsp:nvSpPr>
        <dsp:cNvPr id="0" name=""/>
        <dsp:cNvSpPr/>
      </dsp:nvSpPr>
      <dsp:spPr>
        <a:xfrm rot="7318895">
          <a:off x="7678485" y="2518168"/>
          <a:ext cx="349993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 rot="10800000">
        <a:off x="7758790" y="2562362"/>
        <a:ext cx="244995" cy="266176"/>
      </dsp:txXfrm>
    </dsp:sp>
    <dsp:sp modelId="{DBB74940-BCCE-9B42-B822-653794CC894A}">
      <dsp:nvSpPr>
        <dsp:cNvPr id="0" name=""/>
        <dsp:cNvSpPr/>
      </dsp:nvSpPr>
      <dsp:spPr>
        <a:xfrm>
          <a:off x="5463236" y="3012179"/>
          <a:ext cx="3619784" cy="1314449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Construction d’expérimentation pour tester les hypothèses</a:t>
          </a:r>
        </a:p>
      </dsp:txBody>
      <dsp:txXfrm>
        <a:off x="5993341" y="3204676"/>
        <a:ext cx="2559574" cy="929455"/>
      </dsp:txXfrm>
    </dsp:sp>
    <dsp:sp modelId="{8E41DC6A-8FB1-9D4F-9598-AAE22E069532}">
      <dsp:nvSpPr>
        <dsp:cNvPr id="0" name=""/>
        <dsp:cNvSpPr/>
      </dsp:nvSpPr>
      <dsp:spPr>
        <a:xfrm rot="10776189">
          <a:off x="5178565" y="3461401"/>
          <a:ext cx="201403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 rot="10800000">
        <a:off x="5238985" y="3549917"/>
        <a:ext cx="140982" cy="266176"/>
      </dsp:txXfrm>
    </dsp:sp>
    <dsp:sp modelId="{6F3B9EA7-66E9-A544-87BC-90768FFCFC70}">
      <dsp:nvSpPr>
        <dsp:cNvPr id="0" name=""/>
        <dsp:cNvSpPr/>
      </dsp:nvSpPr>
      <dsp:spPr>
        <a:xfrm>
          <a:off x="2328127" y="3036888"/>
          <a:ext cx="2755586" cy="1314450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Résultats</a:t>
          </a:r>
        </a:p>
      </dsp:txBody>
      <dsp:txXfrm>
        <a:off x="2731673" y="3229385"/>
        <a:ext cx="1948494" cy="929456"/>
      </dsp:txXfrm>
    </dsp:sp>
    <dsp:sp modelId="{016626BB-3344-4643-BD46-2A6F92FA24F9}">
      <dsp:nvSpPr>
        <dsp:cNvPr id="0" name=""/>
        <dsp:cNvSpPr/>
      </dsp:nvSpPr>
      <dsp:spPr>
        <a:xfrm rot="14393343">
          <a:off x="3008277" y="2566248"/>
          <a:ext cx="344384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 rot="10800000">
        <a:off x="3085850" y="2699660"/>
        <a:ext cx="241069" cy="266176"/>
      </dsp:txXfrm>
    </dsp:sp>
    <dsp:sp modelId="{50C2B0F8-0DAE-B84E-8757-41486CC126F2}">
      <dsp:nvSpPr>
        <dsp:cNvPr id="0" name=""/>
        <dsp:cNvSpPr/>
      </dsp:nvSpPr>
      <dsp:spPr>
        <a:xfrm>
          <a:off x="748577" y="1197096"/>
          <a:ext cx="3780765" cy="1314450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Interprétation des résultats et validation ou non des hypothèses</a:t>
          </a:r>
        </a:p>
      </dsp:txBody>
      <dsp:txXfrm>
        <a:off x="1302257" y="1389593"/>
        <a:ext cx="2673405" cy="929456"/>
      </dsp:txXfrm>
    </dsp:sp>
    <dsp:sp modelId="{84DB2F25-1D83-C145-AC43-0A506D352FC6}">
      <dsp:nvSpPr>
        <dsp:cNvPr id="0" name=""/>
        <dsp:cNvSpPr/>
      </dsp:nvSpPr>
      <dsp:spPr>
        <a:xfrm rot="20262109">
          <a:off x="3984371" y="1008030"/>
          <a:ext cx="354719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3988350" y="1116944"/>
        <a:ext cx="248303" cy="2661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F1F45-9864-4AB4-99BC-9A6BC5EDEC0C}">
      <dsp:nvSpPr>
        <dsp:cNvPr id="0" name=""/>
        <dsp:cNvSpPr/>
      </dsp:nvSpPr>
      <dsp:spPr>
        <a:xfrm>
          <a:off x="6047581" y="3159417"/>
          <a:ext cx="1039018" cy="494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972"/>
              </a:lnTo>
              <a:lnTo>
                <a:pt x="1039018" y="336972"/>
              </a:lnTo>
              <a:lnTo>
                <a:pt x="1039018" y="49447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C8CBB-D462-479A-ACE0-D8F585F83C9F}">
      <dsp:nvSpPr>
        <dsp:cNvPr id="0" name=""/>
        <dsp:cNvSpPr/>
      </dsp:nvSpPr>
      <dsp:spPr>
        <a:xfrm>
          <a:off x="5008562" y="3159417"/>
          <a:ext cx="1039018" cy="494478"/>
        </a:xfrm>
        <a:custGeom>
          <a:avLst/>
          <a:gdLst/>
          <a:ahLst/>
          <a:cxnLst/>
          <a:rect l="0" t="0" r="0" b="0"/>
          <a:pathLst>
            <a:path>
              <a:moveTo>
                <a:pt x="1039018" y="0"/>
              </a:moveTo>
              <a:lnTo>
                <a:pt x="1039018" y="336972"/>
              </a:lnTo>
              <a:lnTo>
                <a:pt x="0" y="336972"/>
              </a:lnTo>
              <a:lnTo>
                <a:pt x="0" y="49447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A1C215-41EA-48DC-A129-4A06593AF3A4}">
      <dsp:nvSpPr>
        <dsp:cNvPr id="0" name=""/>
        <dsp:cNvSpPr/>
      </dsp:nvSpPr>
      <dsp:spPr>
        <a:xfrm>
          <a:off x="4052667" y="1613007"/>
          <a:ext cx="1994914" cy="466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269"/>
              </a:lnTo>
              <a:lnTo>
                <a:pt x="1994914" y="309269"/>
              </a:lnTo>
              <a:lnTo>
                <a:pt x="1994914" y="466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D9C7B-95B8-4F85-B1E5-12C557FF4AC8}">
      <dsp:nvSpPr>
        <dsp:cNvPr id="0" name=""/>
        <dsp:cNvSpPr/>
      </dsp:nvSpPr>
      <dsp:spPr>
        <a:xfrm>
          <a:off x="1891506" y="3159417"/>
          <a:ext cx="1039018" cy="494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972"/>
              </a:lnTo>
              <a:lnTo>
                <a:pt x="1039018" y="336972"/>
              </a:lnTo>
              <a:lnTo>
                <a:pt x="1039018" y="49447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980FB5-55EC-4BA1-AE85-D988670F3AB0}">
      <dsp:nvSpPr>
        <dsp:cNvPr id="0" name=""/>
        <dsp:cNvSpPr/>
      </dsp:nvSpPr>
      <dsp:spPr>
        <a:xfrm>
          <a:off x="852487" y="3159417"/>
          <a:ext cx="1039018" cy="494478"/>
        </a:xfrm>
        <a:custGeom>
          <a:avLst/>
          <a:gdLst/>
          <a:ahLst/>
          <a:cxnLst/>
          <a:rect l="0" t="0" r="0" b="0"/>
          <a:pathLst>
            <a:path>
              <a:moveTo>
                <a:pt x="1039018" y="0"/>
              </a:moveTo>
              <a:lnTo>
                <a:pt x="1039018" y="336972"/>
              </a:lnTo>
              <a:lnTo>
                <a:pt x="0" y="336972"/>
              </a:lnTo>
              <a:lnTo>
                <a:pt x="0" y="49447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354019-5BC2-4B27-ADAF-4FA00D08E054}">
      <dsp:nvSpPr>
        <dsp:cNvPr id="0" name=""/>
        <dsp:cNvSpPr/>
      </dsp:nvSpPr>
      <dsp:spPr>
        <a:xfrm>
          <a:off x="1891506" y="1613007"/>
          <a:ext cx="2161160" cy="466775"/>
        </a:xfrm>
        <a:custGeom>
          <a:avLst/>
          <a:gdLst/>
          <a:ahLst/>
          <a:cxnLst/>
          <a:rect l="0" t="0" r="0" b="0"/>
          <a:pathLst>
            <a:path>
              <a:moveTo>
                <a:pt x="2161160" y="0"/>
              </a:moveTo>
              <a:lnTo>
                <a:pt x="2161160" y="309269"/>
              </a:lnTo>
              <a:lnTo>
                <a:pt x="0" y="309269"/>
              </a:lnTo>
              <a:lnTo>
                <a:pt x="0" y="466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3CDD49-DAB8-4D06-BCCD-E9710995DAB8}">
      <dsp:nvSpPr>
        <dsp:cNvPr id="0" name=""/>
        <dsp:cNvSpPr/>
      </dsp:nvSpPr>
      <dsp:spPr>
        <a:xfrm>
          <a:off x="3202560" y="533372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F7B02-A1C9-4EBC-9CB8-56DDEA9E5DA7}">
      <dsp:nvSpPr>
        <dsp:cNvPr id="0" name=""/>
        <dsp:cNvSpPr/>
      </dsp:nvSpPr>
      <dsp:spPr>
        <a:xfrm>
          <a:off x="3391473" y="712839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Variable</a:t>
          </a:r>
        </a:p>
      </dsp:txBody>
      <dsp:txXfrm>
        <a:off x="3423094" y="744460"/>
        <a:ext cx="1636970" cy="1016392"/>
      </dsp:txXfrm>
    </dsp:sp>
    <dsp:sp modelId="{58D583E9-DB8A-4094-B8DD-9C526050570C}">
      <dsp:nvSpPr>
        <dsp:cNvPr id="0" name=""/>
        <dsp:cNvSpPr/>
      </dsp:nvSpPr>
      <dsp:spPr>
        <a:xfrm>
          <a:off x="1041399" y="2079782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C6410-5A83-48C1-AD11-07DC077EFC44}">
      <dsp:nvSpPr>
        <dsp:cNvPr id="0" name=""/>
        <dsp:cNvSpPr/>
      </dsp:nvSpPr>
      <dsp:spPr>
        <a:xfrm>
          <a:off x="1230312" y="2259249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qualitative</a:t>
          </a:r>
        </a:p>
      </dsp:txBody>
      <dsp:txXfrm>
        <a:off x="1261933" y="2290870"/>
        <a:ext cx="1636970" cy="1016392"/>
      </dsp:txXfrm>
    </dsp:sp>
    <dsp:sp modelId="{D1580254-1AFE-4869-BA07-F76550DC66CB}">
      <dsp:nvSpPr>
        <dsp:cNvPr id="0" name=""/>
        <dsp:cNvSpPr/>
      </dsp:nvSpPr>
      <dsp:spPr>
        <a:xfrm>
          <a:off x="2381" y="3653896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54426-B0BE-4214-8092-DE264F4CDD48}">
      <dsp:nvSpPr>
        <dsp:cNvPr id="0" name=""/>
        <dsp:cNvSpPr/>
      </dsp:nvSpPr>
      <dsp:spPr>
        <a:xfrm>
          <a:off x="191293" y="3833362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nominale</a:t>
          </a:r>
        </a:p>
      </dsp:txBody>
      <dsp:txXfrm>
        <a:off x="222914" y="3864983"/>
        <a:ext cx="1636970" cy="1016392"/>
      </dsp:txXfrm>
    </dsp:sp>
    <dsp:sp modelId="{58993DD9-1476-4477-AFCA-A0775103AA9C}">
      <dsp:nvSpPr>
        <dsp:cNvPr id="0" name=""/>
        <dsp:cNvSpPr/>
      </dsp:nvSpPr>
      <dsp:spPr>
        <a:xfrm>
          <a:off x="2080418" y="3653896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377A3-5A99-40E6-B7F7-7FD301732A33}">
      <dsp:nvSpPr>
        <dsp:cNvPr id="0" name=""/>
        <dsp:cNvSpPr/>
      </dsp:nvSpPr>
      <dsp:spPr>
        <a:xfrm>
          <a:off x="2269331" y="3833362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ordinale</a:t>
          </a:r>
        </a:p>
      </dsp:txBody>
      <dsp:txXfrm>
        <a:off x="2300952" y="3864983"/>
        <a:ext cx="1636970" cy="1016392"/>
      </dsp:txXfrm>
    </dsp:sp>
    <dsp:sp modelId="{CBC496BB-2BA5-4F23-AC92-6B88A2B94F2C}">
      <dsp:nvSpPr>
        <dsp:cNvPr id="0" name=""/>
        <dsp:cNvSpPr/>
      </dsp:nvSpPr>
      <dsp:spPr>
        <a:xfrm>
          <a:off x="5197474" y="2079782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EBBD8-D729-426F-8B65-E89C2E9D28D3}">
      <dsp:nvSpPr>
        <dsp:cNvPr id="0" name=""/>
        <dsp:cNvSpPr/>
      </dsp:nvSpPr>
      <dsp:spPr>
        <a:xfrm>
          <a:off x="5386387" y="2259249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quantitative</a:t>
          </a:r>
        </a:p>
      </dsp:txBody>
      <dsp:txXfrm>
        <a:off x="5418008" y="2290870"/>
        <a:ext cx="1636970" cy="1016392"/>
      </dsp:txXfrm>
    </dsp:sp>
    <dsp:sp modelId="{12CCBC65-9F70-47F3-BE93-A0F0A456FB0A}">
      <dsp:nvSpPr>
        <dsp:cNvPr id="0" name=""/>
        <dsp:cNvSpPr/>
      </dsp:nvSpPr>
      <dsp:spPr>
        <a:xfrm>
          <a:off x="4158456" y="3653896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30063-3D05-4F65-B673-D79E9AC6AC48}">
      <dsp:nvSpPr>
        <dsp:cNvPr id="0" name=""/>
        <dsp:cNvSpPr/>
      </dsp:nvSpPr>
      <dsp:spPr>
        <a:xfrm>
          <a:off x="4347368" y="3833362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discrète</a:t>
          </a:r>
        </a:p>
      </dsp:txBody>
      <dsp:txXfrm>
        <a:off x="4378989" y="3864983"/>
        <a:ext cx="1636970" cy="1016392"/>
      </dsp:txXfrm>
    </dsp:sp>
    <dsp:sp modelId="{EEDF098D-D4B6-42D4-9618-B9A14977B369}">
      <dsp:nvSpPr>
        <dsp:cNvPr id="0" name=""/>
        <dsp:cNvSpPr/>
      </dsp:nvSpPr>
      <dsp:spPr>
        <a:xfrm>
          <a:off x="6236493" y="3653896"/>
          <a:ext cx="1700212" cy="1079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8BD25-A609-4A48-85CE-605F5FD0B36C}">
      <dsp:nvSpPr>
        <dsp:cNvPr id="0" name=""/>
        <dsp:cNvSpPr/>
      </dsp:nvSpPr>
      <dsp:spPr>
        <a:xfrm>
          <a:off x="6425406" y="3833362"/>
          <a:ext cx="1700212" cy="1079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continue</a:t>
          </a:r>
        </a:p>
      </dsp:txBody>
      <dsp:txXfrm>
        <a:off x="6457027" y="3864983"/>
        <a:ext cx="1636970" cy="10163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648997-37A0-052C-09BD-95CACA484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62FF71-E8DB-3B04-21C0-7F5A8C87E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1355DC-86E8-1A40-864A-B8CD20DD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07814-2F5A-C091-96BC-759578D7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95F601-361E-2D51-8EC7-6EBFE3FB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90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A62D1-A768-A416-04FC-512D68E0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6FE82A-2E4B-B432-BADD-0C5CF4DB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BE9775-A8B3-FD89-6C2E-289FA5AE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08D3D0-BE4C-FCD8-5EFD-E9B10112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D4AD40-5FF9-008B-E153-99B607DE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35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4EB0A-2B63-1A97-33AA-F65D414F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0A4332-F15E-D5A2-7569-CA48418A6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3C5FF8-C399-C459-DBBB-1E2672D1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23755-547A-95A0-7BE8-B564ABC7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1E1049-5E40-8B44-7E62-504EEA0C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96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C5D53A-DD2F-212F-E545-E1B372CC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BD7E0C-96C5-D5B0-6776-63D9265F6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BC5223-103C-9A5C-B6F2-0F7F49FB6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09D203-D866-89A6-BDD7-71DAD975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05B368-56E7-0FBE-39AE-8CC6696C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B0C53B-DD4E-9BA3-744F-4FA57D30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92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3757E9-78A0-75BD-BC83-4FA8DEE7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62C2F7-C0A6-1FF1-320C-EA4F435BE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F28A5F-7205-9DE0-C0BC-7FA3B6667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94051C-7411-612B-A8B8-B9485E2AD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E8BAA3A-8900-8E31-12EC-01A6EB6EC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C4CD1CF-73A9-F8BD-A320-07815160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C2EB9A-928E-AA15-BDB5-96D6C622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BFBD55-2FE0-E0E0-CA57-93BF671D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1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7AA4D-3F4D-1241-A5DD-C5D93996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26720E-2121-0ED8-0545-F7C0BB99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F7A27C-97A8-C56A-7403-5CD83C26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4D811A-8A26-9810-F5A0-70CDE50F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16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CF2B9A-D6AB-FE1F-209C-61A77AB3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8E5DCD-53A0-62B6-71F0-D8220C9B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64AB09-0FAA-A304-56E6-E8A16A0B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92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526CE-B0AB-DC58-60AA-BD5AD43C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45525-713E-2877-D07D-3B4BD0F49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B2ED4B-D108-1C14-8D82-8E9A2E20A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FBA804-918B-0178-BCFB-1316E16C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73BA3D-19BC-A186-8848-BF245BD4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42AFC5-14B7-6639-6861-15AF2FDA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55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47414A-1D94-196D-661A-DD9F9F43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4892616-3133-655C-A1A7-6082B22EA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F1726F-768F-9770-8F3D-9AF9FBB56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AE839D-1C33-D089-141D-B1A2DB03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EBC3F6-F316-E5F0-6020-CEB89179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86D57B-B807-760C-C61F-E0C76E7D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75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B1F8D0-5691-AE13-287C-B3CB3F1A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4B9111-0EF5-C57F-0BEC-341DF87B1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9BEE7-BA4E-2002-D910-8A38B8AF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96FFA-3200-4B13-723F-8372204B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9554B5-7696-BB7A-5CDD-E30B58B1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39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0DA712-8BE6-D347-CE59-ADC6A6952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6EB027-C759-1F5F-9752-AC0C0EAC7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60E993-7E66-10CB-DB78-2CE29BDD2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9684A4-7ABB-34D8-50B8-CE76445F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E763D2-17D4-90C5-CD44-0CEBBF65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07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A3B481-9F1D-C417-277D-9BAF8B78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28DBBB-F57C-20E5-72B8-769111C60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774FA9-5B5F-47A0-7BC9-50E195EA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12DD0-AC62-4744-9C7F-4A9162E5F150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8B6E8A-BE00-EBFA-866C-C9554F3A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3027F-C967-26C2-38F8-344A31F9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38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C5905-CF2C-5940-E0D3-9A4716B04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Figures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C45424-D878-BED4-17DE-0244084C6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17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CC4A4A-3E2D-A6FC-62F7-8C818DF9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908D30-0BDB-B7B3-E14C-D62464F44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hh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2FEB3D7-05DF-C421-9EB5-164F235067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477504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973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6B2E-D675-C22B-9EDB-2AAA12FD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Caractère coloré&#10;&#10;Le contenu généré par l’IA peut être incorrect.">
            <a:extLst>
              <a:ext uri="{FF2B5EF4-FFF2-40B4-BE49-F238E27FC236}">
                <a16:creationId xmlns:a16="http://schemas.microsoft.com/office/drawing/2014/main" id="{A2C5ADC4-037E-5C37-5BEE-27F0A45D2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490"/>
          <a:stretch>
            <a:fillRect/>
          </a:stretch>
        </p:blipFill>
        <p:spPr>
          <a:xfrm>
            <a:off x="3831091" y="1218372"/>
            <a:ext cx="4757965" cy="20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0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Caractère coloré&#10;&#10;Le contenu généré par l’IA peut être incorrect.">
            <a:extLst>
              <a:ext uri="{FF2B5EF4-FFF2-40B4-BE49-F238E27FC236}">
                <a16:creationId xmlns:a16="http://schemas.microsoft.com/office/drawing/2014/main" id="{CFDB1EA5-411F-75CC-8AFC-2C8F43CBD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87"/>
          <a:stretch>
            <a:fillRect/>
          </a:stretch>
        </p:blipFill>
        <p:spPr>
          <a:xfrm>
            <a:off x="3796738" y="1180618"/>
            <a:ext cx="4598523" cy="472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9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B7FA-F628-D6FF-AEE5-9359B44CE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A7D1FA0-FA6B-C3C7-07EE-D4653E5A7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211"/>
          <a:stretch>
            <a:fillRect/>
          </a:stretch>
        </p:blipFill>
        <p:spPr>
          <a:xfrm>
            <a:off x="3204806" y="788776"/>
            <a:ext cx="5974412" cy="223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6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2943-775C-7B44-6F9D-7FAF4845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252CD66-2FE0-61E7-AE95-9504722C3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25"/>
          <a:stretch>
            <a:fillRect/>
          </a:stretch>
        </p:blipFill>
        <p:spPr>
          <a:xfrm>
            <a:off x="3486722" y="845800"/>
            <a:ext cx="5623047" cy="516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D253FE8-9C0B-71CA-1255-F187C4B13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944"/>
          <a:stretch>
            <a:fillRect/>
          </a:stretch>
        </p:blipFill>
        <p:spPr>
          <a:xfrm>
            <a:off x="2939808" y="793539"/>
            <a:ext cx="6676435" cy="22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36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2E50-C575-E1C6-E147-15852D0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8182EF7-8B1F-8F13-060B-36C5FAAD6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02"/>
          <a:stretch>
            <a:fillRect/>
          </a:stretch>
        </p:blipFill>
        <p:spPr>
          <a:xfrm>
            <a:off x="3067291" y="776586"/>
            <a:ext cx="6410055" cy="530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8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2E70532-5BD9-58EC-BA80-91F29668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68960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06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3F545DD-5B81-B4B9-1A18-E1C6DF0D6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1809524"/>
            <a:ext cx="9935962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04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98EDC5C-ACD7-6BAC-6CCC-0C1C5521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60"/>
          <a:stretch>
            <a:fillRect/>
          </a:stretch>
        </p:blipFill>
        <p:spPr>
          <a:xfrm>
            <a:off x="1842494" y="752102"/>
            <a:ext cx="8507012" cy="50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53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68EE7097-AFE6-6305-C0D1-EB3B6E1D6315}"/>
              </a:ext>
            </a:extLst>
          </p:cNvPr>
          <p:cNvGrpSpPr/>
          <p:nvPr/>
        </p:nvGrpSpPr>
        <p:grpSpPr>
          <a:xfrm>
            <a:off x="1892856" y="0"/>
            <a:ext cx="8406287" cy="4668197"/>
            <a:chOff x="1892856" y="0"/>
            <a:chExt cx="8406287" cy="4668197"/>
          </a:xfrm>
        </p:grpSpPr>
        <p:pic>
          <p:nvPicPr>
            <p:cNvPr id="3" name="Image 2" descr="Une image contenant texte, capture d’écran, Police&#10;&#10;Le contenu généré par l’IA peut être incorrect.">
              <a:extLst>
                <a:ext uri="{FF2B5EF4-FFF2-40B4-BE49-F238E27FC236}">
                  <a16:creationId xmlns:a16="http://schemas.microsoft.com/office/drawing/2014/main" id="{DACF0804-D04C-2D34-E6AD-22C708905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0404"/>
            <a:stretch>
              <a:fillRect/>
            </a:stretch>
          </p:blipFill>
          <p:spPr>
            <a:xfrm>
              <a:off x="1892856" y="0"/>
              <a:ext cx="8406287" cy="4087091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D9C95974-EA15-5CFE-4E4B-8CAE6C8EB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4131" y="4087091"/>
              <a:ext cx="8145012" cy="581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5344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151AC4A-F8B3-FB4A-06FB-9E7E48E9E6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964462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54326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Grand écran</PresentationFormat>
  <Paragraphs>14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Figures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Fanny Ollivier</dc:creator>
  <cp:lastModifiedBy>Fanny Ollivier</cp:lastModifiedBy>
  <cp:revision>8</cp:revision>
  <dcterms:created xsi:type="dcterms:W3CDTF">2025-09-12T09:48:43Z</dcterms:created>
  <dcterms:modified xsi:type="dcterms:W3CDTF">2025-11-20T09:28:54Z</dcterms:modified>
</cp:coreProperties>
</file>