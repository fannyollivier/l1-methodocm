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66" d="100"/>
          <a:sy n="66" d="100"/>
        </p:scale>
        <p:origin x="1253" y="2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522C0FD9-73E1-BD4F-AEF9-24C10E57358A}" type="doc">
      <dgm:prSet loTypeId="urn:microsoft.com/office/officeart/2005/8/layout/cycle2" loCatId="cycle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fr-FR"/>
        </a:p>
      </dgm:t>
    </dgm:pt>
    <dgm:pt modelId="{C026C6E3-7964-7448-BA9E-923004CB695F}">
      <dgm:prSet phldrT="[Texte]" custT="1"/>
      <dgm:spPr>
        <a:solidFill>
          <a:srgbClr val="7E7692"/>
        </a:solidFill>
      </dgm:spPr>
      <dgm:t>
        <a:bodyPr/>
        <a:lstStyle/>
        <a:p>
          <a:r>
            <a:rPr lang="fr-FR" sz="1800" dirty="0"/>
            <a:t>Définition du problème en lien avec la littérature</a:t>
          </a:r>
        </a:p>
      </dgm:t>
    </dgm:pt>
    <dgm:pt modelId="{927132E1-5A1C-6D43-A295-C88A8423AA1A}" type="parTrans" cxnId="{C53ADCA5-F306-5646-84BA-C804C215731D}">
      <dgm:prSet/>
      <dgm:spPr/>
      <dgm:t>
        <a:bodyPr/>
        <a:lstStyle/>
        <a:p>
          <a:endParaRPr lang="fr-FR"/>
        </a:p>
      </dgm:t>
    </dgm:pt>
    <dgm:pt modelId="{9F9B6513-19D3-484F-82D9-C0CAC799550C}" type="sibTrans" cxnId="{C53ADCA5-F306-5646-84BA-C804C215731D}">
      <dgm:prSet/>
      <dgm:spPr/>
      <dgm:t>
        <a:bodyPr/>
        <a:lstStyle/>
        <a:p>
          <a:endParaRPr lang="fr-FR"/>
        </a:p>
      </dgm:t>
    </dgm:pt>
    <dgm:pt modelId="{49232C19-6809-F046-B016-88D71F920612}">
      <dgm:prSet phldrT="[Texte]" custT="1"/>
      <dgm:spPr>
        <a:solidFill>
          <a:srgbClr val="7E7692"/>
        </a:solidFill>
      </dgm:spPr>
      <dgm:t>
        <a:bodyPr/>
        <a:lstStyle/>
        <a:p>
          <a:r>
            <a:rPr lang="fr-FR" sz="1800" dirty="0"/>
            <a:t>Hypothèses</a:t>
          </a:r>
        </a:p>
      </dgm:t>
    </dgm:pt>
    <dgm:pt modelId="{29181E21-C25D-8B40-925A-2BD451237808}" type="parTrans" cxnId="{F9F9F3B2-73DE-924B-85E3-80CFC6148F6B}">
      <dgm:prSet/>
      <dgm:spPr/>
      <dgm:t>
        <a:bodyPr/>
        <a:lstStyle/>
        <a:p>
          <a:endParaRPr lang="fr-FR"/>
        </a:p>
      </dgm:t>
    </dgm:pt>
    <dgm:pt modelId="{6337213B-C989-1D44-B8ED-E7F57F070D28}" type="sibTrans" cxnId="{F9F9F3B2-73DE-924B-85E3-80CFC6148F6B}">
      <dgm:prSet/>
      <dgm:spPr/>
      <dgm:t>
        <a:bodyPr/>
        <a:lstStyle/>
        <a:p>
          <a:endParaRPr lang="fr-FR"/>
        </a:p>
      </dgm:t>
    </dgm:pt>
    <dgm:pt modelId="{BE2EDE8C-E20A-4848-8BC2-1FD12F7E9739}">
      <dgm:prSet phldrT="[Texte]" custT="1"/>
      <dgm:spPr>
        <a:solidFill>
          <a:srgbClr val="7E7692"/>
        </a:solidFill>
      </dgm:spPr>
      <dgm:t>
        <a:bodyPr/>
        <a:lstStyle/>
        <a:p>
          <a:r>
            <a:rPr lang="fr-FR" sz="1800" dirty="0"/>
            <a:t>Construction d’expérimentation pour tester les hypothèses</a:t>
          </a:r>
        </a:p>
      </dgm:t>
    </dgm:pt>
    <dgm:pt modelId="{6B219B94-4C5E-3D4A-B23F-62B38014CF44}" type="parTrans" cxnId="{AA53F00E-2EAF-3F4A-8067-A82829BBBA61}">
      <dgm:prSet/>
      <dgm:spPr/>
      <dgm:t>
        <a:bodyPr/>
        <a:lstStyle/>
        <a:p>
          <a:endParaRPr lang="fr-FR"/>
        </a:p>
      </dgm:t>
    </dgm:pt>
    <dgm:pt modelId="{8303C4C2-B05E-A545-AA1A-ACE573B77B87}" type="sibTrans" cxnId="{AA53F00E-2EAF-3F4A-8067-A82829BBBA61}">
      <dgm:prSet/>
      <dgm:spPr/>
      <dgm:t>
        <a:bodyPr/>
        <a:lstStyle/>
        <a:p>
          <a:endParaRPr lang="fr-FR"/>
        </a:p>
      </dgm:t>
    </dgm:pt>
    <dgm:pt modelId="{5F0B4D46-0E34-5E4C-96DD-845BEAC1494C}">
      <dgm:prSet phldrT="[Texte]" custT="1"/>
      <dgm:spPr>
        <a:solidFill>
          <a:srgbClr val="7E7692"/>
        </a:solidFill>
      </dgm:spPr>
      <dgm:t>
        <a:bodyPr/>
        <a:lstStyle/>
        <a:p>
          <a:r>
            <a:rPr lang="fr-FR" sz="1800" dirty="0"/>
            <a:t>Résultats</a:t>
          </a:r>
        </a:p>
      </dgm:t>
    </dgm:pt>
    <dgm:pt modelId="{3D65C027-5555-E64F-B4A4-454C654CF843}" type="parTrans" cxnId="{22265EA0-03E1-0B4A-A87D-1033B6CDDD9D}">
      <dgm:prSet/>
      <dgm:spPr/>
      <dgm:t>
        <a:bodyPr/>
        <a:lstStyle/>
        <a:p>
          <a:endParaRPr lang="fr-FR"/>
        </a:p>
      </dgm:t>
    </dgm:pt>
    <dgm:pt modelId="{CE88F67C-B7DC-DF4F-B0DC-0F0402943461}" type="sibTrans" cxnId="{22265EA0-03E1-0B4A-A87D-1033B6CDDD9D}">
      <dgm:prSet/>
      <dgm:spPr/>
      <dgm:t>
        <a:bodyPr/>
        <a:lstStyle/>
        <a:p>
          <a:endParaRPr lang="fr-FR"/>
        </a:p>
      </dgm:t>
    </dgm:pt>
    <dgm:pt modelId="{601DB76A-8A7D-8D45-83D9-3CAA9E00F840}">
      <dgm:prSet phldrT="[Texte]" custT="1"/>
      <dgm:spPr>
        <a:solidFill>
          <a:srgbClr val="7E7692"/>
        </a:solidFill>
      </dgm:spPr>
      <dgm:t>
        <a:bodyPr/>
        <a:lstStyle/>
        <a:p>
          <a:r>
            <a:rPr lang="fr-FR" sz="1800" dirty="0"/>
            <a:t>Interprétation des résultats et validation ou non des hypothèses</a:t>
          </a:r>
        </a:p>
      </dgm:t>
    </dgm:pt>
    <dgm:pt modelId="{6431F733-BD6E-6749-A54A-0390AF29DDBC}" type="parTrans" cxnId="{8C4A3776-D47B-9749-8056-FB98CB6C36D6}">
      <dgm:prSet/>
      <dgm:spPr/>
      <dgm:t>
        <a:bodyPr/>
        <a:lstStyle/>
        <a:p>
          <a:endParaRPr lang="fr-FR"/>
        </a:p>
      </dgm:t>
    </dgm:pt>
    <dgm:pt modelId="{ECDF9BFA-7133-E64D-9AD0-34B4C9AEA9D1}" type="sibTrans" cxnId="{8C4A3776-D47B-9749-8056-FB98CB6C36D6}">
      <dgm:prSet/>
      <dgm:spPr/>
      <dgm:t>
        <a:bodyPr/>
        <a:lstStyle/>
        <a:p>
          <a:endParaRPr lang="fr-FR"/>
        </a:p>
      </dgm:t>
    </dgm:pt>
    <dgm:pt modelId="{45887BCF-FE75-D940-A2F9-316C60116605}" type="pres">
      <dgm:prSet presAssocID="{522C0FD9-73E1-BD4F-AEF9-24C10E57358A}" presName="cycle" presStyleCnt="0">
        <dgm:presLayoutVars>
          <dgm:dir/>
          <dgm:resizeHandles val="exact"/>
        </dgm:presLayoutVars>
      </dgm:prSet>
      <dgm:spPr/>
    </dgm:pt>
    <dgm:pt modelId="{7FDB5431-7D20-C84B-86CB-81BEE09DF707}" type="pres">
      <dgm:prSet presAssocID="{C026C6E3-7964-7448-BA9E-923004CB695F}" presName="node" presStyleLbl="node1" presStyleIdx="0" presStyleCnt="5" custScaleX="221230">
        <dgm:presLayoutVars>
          <dgm:bulletEnabled val="1"/>
        </dgm:presLayoutVars>
      </dgm:prSet>
      <dgm:spPr/>
    </dgm:pt>
    <dgm:pt modelId="{D4E10DA8-D9D9-8C44-9DDB-1C699E62ECAC}" type="pres">
      <dgm:prSet presAssocID="{9F9B6513-19D3-484F-82D9-C0CAC799550C}" presName="sibTrans" presStyleLbl="sibTrans2D1" presStyleIdx="0" presStyleCnt="5"/>
      <dgm:spPr/>
    </dgm:pt>
    <dgm:pt modelId="{04CF3A20-C784-9A49-9693-6417484DE010}" type="pres">
      <dgm:prSet presAssocID="{9F9B6513-19D3-484F-82D9-C0CAC799550C}" presName="connectorText" presStyleLbl="sibTrans2D1" presStyleIdx="0" presStyleCnt="5"/>
      <dgm:spPr/>
    </dgm:pt>
    <dgm:pt modelId="{7F7019BF-B9A4-6047-8668-1DF9E1AFC20C}" type="pres">
      <dgm:prSet presAssocID="{49232C19-6809-F046-B016-88D71F920612}" presName="node" presStyleLbl="node1" presStyleIdx="1" presStyleCnt="5" custScaleX="196435" custRadScaleRad="172722" custRadScaleInc="22749">
        <dgm:presLayoutVars>
          <dgm:bulletEnabled val="1"/>
        </dgm:presLayoutVars>
      </dgm:prSet>
      <dgm:spPr/>
    </dgm:pt>
    <dgm:pt modelId="{6FAE09FE-F195-2A4D-9209-159C799E5C88}" type="pres">
      <dgm:prSet presAssocID="{6337213B-C989-1D44-B8ED-E7F57F070D28}" presName="sibTrans" presStyleLbl="sibTrans2D1" presStyleIdx="1" presStyleCnt="5"/>
      <dgm:spPr/>
    </dgm:pt>
    <dgm:pt modelId="{6985F32A-15C0-9844-A95F-412E58387E0C}" type="pres">
      <dgm:prSet presAssocID="{6337213B-C989-1D44-B8ED-E7F57F070D28}" presName="connectorText" presStyleLbl="sibTrans2D1" presStyleIdx="1" presStyleCnt="5"/>
      <dgm:spPr/>
    </dgm:pt>
    <dgm:pt modelId="{DBB74940-BCCE-9B42-B822-653794CC894A}" type="pres">
      <dgm:prSet presAssocID="{BE2EDE8C-E20A-4848-8BC2-1FD12F7E9739}" presName="node" presStyleLbl="node1" presStyleIdx="2" presStyleCnt="5" custScaleX="275384" custRadScaleRad="129456" custRadScaleInc="-44846">
        <dgm:presLayoutVars>
          <dgm:bulletEnabled val="1"/>
        </dgm:presLayoutVars>
      </dgm:prSet>
      <dgm:spPr/>
    </dgm:pt>
    <dgm:pt modelId="{8E41DC6A-8FB1-9D4F-9598-AAE22E069532}" type="pres">
      <dgm:prSet presAssocID="{8303C4C2-B05E-A545-AA1A-ACE573B77B87}" presName="sibTrans" presStyleLbl="sibTrans2D1" presStyleIdx="2" presStyleCnt="5"/>
      <dgm:spPr/>
    </dgm:pt>
    <dgm:pt modelId="{C315174E-C712-414E-9049-EEE679313581}" type="pres">
      <dgm:prSet presAssocID="{8303C4C2-B05E-A545-AA1A-ACE573B77B87}" presName="connectorText" presStyleLbl="sibTrans2D1" presStyleIdx="2" presStyleCnt="5"/>
      <dgm:spPr/>
    </dgm:pt>
    <dgm:pt modelId="{6F3B9EA7-66E9-A544-87BC-90768FFCFC70}" type="pres">
      <dgm:prSet presAssocID="{5F0B4D46-0E34-5E4C-96DD-845BEAC1494C}" presName="node" presStyleLbl="node1" presStyleIdx="3" presStyleCnt="5" custScaleX="209638" custRadScaleRad="137234" custRadScaleInc="48600">
        <dgm:presLayoutVars>
          <dgm:bulletEnabled val="1"/>
        </dgm:presLayoutVars>
      </dgm:prSet>
      <dgm:spPr/>
    </dgm:pt>
    <dgm:pt modelId="{016626BB-3344-4643-BD46-2A6F92FA24F9}" type="pres">
      <dgm:prSet presAssocID="{CE88F67C-B7DC-DF4F-B0DC-0F0402943461}" presName="sibTrans" presStyleLbl="sibTrans2D1" presStyleIdx="3" presStyleCnt="5"/>
      <dgm:spPr/>
    </dgm:pt>
    <dgm:pt modelId="{56FB4012-332B-A947-82C4-A9C4D68CC22C}" type="pres">
      <dgm:prSet presAssocID="{CE88F67C-B7DC-DF4F-B0DC-0F0402943461}" presName="connectorText" presStyleLbl="sibTrans2D1" presStyleIdx="3" presStyleCnt="5"/>
      <dgm:spPr/>
    </dgm:pt>
    <dgm:pt modelId="{50C2B0F8-0DAE-B84E-8757-41486CC126F2}" type="pres">
      <dgm:prSet presAssocID="{601DB76A-8A7D-8D45-83D9-3CAA9E00F840}" presName="node" presStyleLbl="node1" presStyleIdx="4" presStyleCnt="5" custScaleX="287631" custRadScaleRad="176229" custRadScaleInc="-23970">
        <dgm:presLayoutVars>
          <dgm:bulletEnabled val="1"/>
        </dgm:presLayoutVars>
      </dgm:prSet>
      <dgm:spPr/>
    </dgm:pt>
    <dgm:pt modelId="{84DB2F25-1D83-C145-AC43-0A506D352FC6}" type="pres">
      <dgm:prSet presAssocID="{ECDF9BFA-7133-E64D-9AD0-34B4C9AEA9D1}" presName="sibTrans" presStyleLbl="sibTrans2D1" presStyleIdx="4" presStyleCnt="5"/>
      <dgm:spPr/>
    </dgm:pt>
    <dgm:pt modelId="{8B4EE38D-A265-C64A-ADC0-8A01025C8A49}" type="pres">
      <dgm:prSet presAssocID="{ECDF9BFA-7133-E64D-9AD0-34B4C9AEA9D1}" presName="connectorText" presStyleLbl="sibTrans2D1" presStyleIdx="4" presStyleCnt="5"/>
      <dgm:spPr/>
    </dgm:pt>
  </dgm:ptLst>
  <dgm:cxnLst>
    <dgm:cxn modelId="{1F759C00-5323-2347-AD56-A1351FFED2E5}" type="presOf" srcId="{9F9B6513-19D3-484F-82D9-C0CAC799550C}" destId="{D4E10DA8-D9D9-8C44-9DDB-1C699E62ECAC}" srcOrd="0" destOrd="0" presId="urn:microsoft.com/office/officeart/2005/8/layout/cycle2"/>
    <dgm:cxn modelId="{AE004303-BB8A-6545-A116-38008D67603A}" type="presOf" srcId="{522C0FD9-73E1-BD4F-AEF9-24C10E57358A}" destId="{45887BCF-FE75-D940-A2F9-316C60116605}" srcOrd="0" destOrd="0" presId="urn:microsoft.com/office/officeart/2005/8/layout/cycle2"/>
    <dgm:cxn modelId="{AA53F00E-2EAF-3F4A-8067-A82829BBBA61}" srcId="{522C0FD9-73E1-BD4F-AEF9-24C10E57358A}" destId="{BE2EDE8C-E20A-4848-8BC2-1FD12F7E9739}" srcOrd="2" destOrd="0" parTransId="{6B219B94-4C5E-3D4A-B23F-62B38014CF44}" sibTransId="{8303C4C2-B05E-A545-AA1A-ACE573B77B87}"/>
    <dgm:cxn modelId="{2B79A73A-8C97-484A-81E4-DBB305527277}" type="presOf" srcId="{CE88F67C-B7DC-DF4F-B0DC-0F0402943461}" destId="{016626BB-3344-4643-BD46-2A6F92FA24F9}" srcOrd="0" destOrd="0" presId="urn:microsoft.com/office/officeart/2005/8/layout/cycle2"/>
    <dgm:cxn modelId="{47D70E5E-84D4-8442-8B87-48DBFC2837D0}" type="presOf" srcId="{8303C4C2-B05E-A545-AA1A-ACE573B77B87}" destId="{8E41DC6A-8FB1-9D4F-9598-AAE22E069532}" srcOrd="0" destOrd="0" presId="urn:microsoft.com/office/officeart/2005/8/layout/cycle2"/>
    <dgm:cxn modelId="{A04D2F64-0A62-C743-9B69-0D47961B87B5}" type="presOf" srcId="{CE88F67C-B7DC-DF4F-B0DC-0F0402943461}" destId="{56FB4012-332B-A947-82C4-A9C4D68CC22C}" srcOrd="1" destOrd="0" presId="urn:microsoft.com/office/officeart/2005/8/layout/cycle2"/>
    <dgm:cxn modelId="{AADAF344-BEC0-304A-89D7-DE0800124DE4}" type="presOf" srcId="{601DB76A-8A7D-8D45-83D9-3CAA9E00F840}" destId="{50C2B0F8-0DAE-B84E-8757-41486CC126F2}" srcOrd="0" destOrd="0" presId="urn:microsoft.com/office/officeart/2005/8/layout/cycle2"/>
    <dgm:cxn modelId="{FD9BF672-0AA3-2E45-8682-DA4CD313C30E}" type="presOf" srcId="{ECDF9BFA-7133-E64D-9AD0-34B4C9AEA9D1}" destId="{84DB2F25-1D83-C145-AC43-0A506D352FC6}" srcOrd="0" destOrd="0" presId="urn:microsoft.com/office/officeart/2005/8/layout/cycle2"/>
    <dgm:cxn modelId="{8C4A3776-D47B-9749-8056-FB98CB6C36D6}" srcId="{522C0FD9-73E1-BD4F-AEF9-24C10E57358A}" destId="{601DB76A-8A7D-8D45-83D9-3CAA9E00F840}" srcOrd="4" destOrd="0" parTransId="{6431F733-BD6E-6749-A54A-0390AF29DDBC}" sibTransId="{ECDF9BFA-7133-E64D-9AD0-34B4C9AEA9D1}"/>
    <dgm:cxn modelId="{243E9D57-E0B6-FF43-9982-00575FF8A587}" type="presOf" srcId="{8303C4C2-B05E-A545-AA1A-ACE573B77B87}" destId="{C315174E-C712-414E-9049-EEE679313581}" srcOrd="1" destOrd="0" presId="urn:microsoft.com/office/officeart/2005/8/layout/cycle2"/>
    <dgm:cxn modelId="{E31D9D81-C20B-6E40-81F0-38D662F10939}" type="presOf" srcId="{ECDF9BFA-7133-E64D-9AD0-34B4C9AEA9D1}" destId="{8B4EE38D-A265-C64A-ADC0-8A01025C8A49}" srcOrd="1" destOrd="0" presId="urn:microsoft.com/office/officeart/2005/8/layout/cycle2"/>
    <dgm:cxn modelId="{9C297E8E-BEC9-EC4C-9B62-9225CCFEEA36}" type="presOf" srcId="{6337213B-C989-1D44-B8ED-E7F57F070D28}" destId="{6FAE09FE-F195-2A4D-9209-159C799E5C88}" srcOrd="0" destOrd="0" presId="urn:microsoft.com/office/officeart/2005/8/layout/cycle2"/>
    <dgm:cxn modelId="{22265EA0-03E1-0B4A-A87D-1033B6CDDD9D}" srcId="{522C0FD9-73E1-BD4F-AEF9-24C10E57358A}" destId="{5F0B4D46-0E34-5E4C-96DD-845BEAC1494C}" srcOrd="3" destOrd="0" parTransId="{3D65C027-5555-E64F-B4A4-454C654CF843}" sibTransId="{CE88F67C-B7DC-DF4F-B0DC-0F0402943461}"/>
    <dgm:cxn modelId="{C53ADCA5-F306-5646-84BA-C804C215731D}" srcId="{522C0FD9-73E1-BD4F-AEF9-24C10E57358A}" destId="{C026C6E3-7964-7448-BA9E-923004CB695F}" srcOrd="0" destOrd="0" parTransId="{927132E1-5A1C-6D43-A295-C88A8423AA1A}" sibTransId="{9F9B6513-19D3-484F-82D9-C0CAC799550C}"/>
    <dgm:cxn modelId="{0F428BA9-B9AA-D346-8A92-445E1AA66BFF}" type="presOf" srcId="{6337213B-C989-1D44-B8ED-E7F57F070D28}" destId="{6985F32A-15C0-9844-A95F-412E58387E0C}" srcOrd="1" destOrd="0" presId="urn:microsoft.com/office/officeart/2005/8/layout/cycle2"/>
    <dgm:cxn modelId="{F9F9F3B2-73DE-924B-85E3-80CFC6148F6B}" srcId="{522C0FD9-73E1-BD4F-AEF9-24C10E57358A}" destId="{49232C19-6809-F046-B016-88D71F920612}" srcOrd="1" destOrd="0" parTransId="{29181E21-C25D-8B40-925A-2BD451237808}" sibTransId="{6337213B-C989-1D44-B8ED-E7F57F070D28}"/>
    <dgm:cxn modelId="{FB2DEDBD-B24C-FC4A-A1AC-C5CC79177CE8}" type="presOf" srcId="{BE2EDE8C-E20A-4848-8BC2-1FD12F7E9739}" destId="{DBB74940-BCCE-9B42-B822-653794CC894A}" srcOrd="0" destOrd="0" presId="urn:microsoft.com/office/officeart/2005/8/layout/cycle2"/>
    <dgm:cxn modelId="{890E39C6-D0FF-344E-8393-CC5B3B4DBACC}" type="presOf" srcId="{49232C19-6809-F046-B016-88D71F920612}" destId="{7F7019BF-B9A4-6047-8668-1DF9E1AFC20C}" srcOrd="0" destOrd="0" presId="urn:microsoft.com/office/officeart/2005/8/layout/cycle2"/>
    <dgm:cxn modelId="{886996CB-6E98-F443-BD6D-9D888320667C}" type="presOf" srcId="{C026C6E3-7964-7448-BA9E-923004CB695F}" destId="{7FDB5431-7D20-C84B-86CB-81BEE09DF707}" srcOrd="0" destOrd="0" presId="urn:microsoft.com/office/officeart/2005/8/layout/cycle2"/>
    <dgm:cxn modelId="{A3A5CEEC-765C-2E4E-A179-BE850FB5FBAA}" type="presOf" srcId="{9F9B6513-19D3-484F-82D9-C0CAC799550C}" destId="{04CF3A20-C784-9A49-9693-6417484DE010}" srcOrd="1" destOrd="0" presId="urn:microsoft.com/office/officeart/2005/8/layout/cycle2"/>
    <dgm:cxn modelId="{7AF7EDFD-7F60-F54C-B44C-03517D6BF61E}" type="presOf" srcId="{5F0B4D46-0E34-5E4C-96DD-845BEAC1494C}" destId="{6F3B9EA7-66E9-A544-87BC-90768FFCFC70}" srcOrd="0" destOrd="0" presId="urn:microsoft.com/office/officeart/2005/8/layout/cycle2"/>
    <dgm:cxn modelId="{1B1244EF-831E-9947-BC6F-CF7878EA2EE7}" type="presParOf" srcId="{45887BCF-FE75-D940-A2F9-316C60116605}" destId="{7FDB5431-7D20-C84B-86CB-81BEE09DF707}" srcOrd="0" destOrd="0" presId="urn:microsoft.com/office/officeart/2005/8/layout/cycle2"/>
    <dgm:cxn modelId="{9E8CAD7F-1C6A-0543-8FCD-43FB450DA12F}" type="presParOf" srcId="{45887BCF-FE75-D940-A2F9-316C60116605}" destId="{D4E10DA8-D9D9-8C44-9DDB-1C699E62ECAC}" srcOrd="1" destOrd="0" presId="urn:microsoft.com/office/officeart/2005/8/layout/cycle2"/>
    <dgm:cxn modelId="{C31D07D5-8D6F-514C-9574-599AFB6E72DE}" type="presParOf" srcId="{D4E10DA8-D9D9-8C44-9DDB-1C699E62ECAC}" destId="{04CF3A20-C784-9A49-9693-6417484DE010}" srcOrd="0" destOrd="0" presId="urn:microsoft.com/office/officeart/2005/8/layout/cycle2"/>
    <dgm:cxn modelId="{F9E73AFA-783B-694F-A198-1DEE019E6D76}" type="presParOf" srcId="{45887BCF-FE75-D940-A2F9-316C60116605}" destId="{7F7019BF-B9A4-6047-8668-1DF9E1AFC20C}" srcOrd="2" destOrd="0" presId="urn:microsoft.com/office/officeart/2005/8/layout/cycle2"/>
    <dgm:cxn modelId="{1C6DF212-125B-B34E-9387-2C8301FF996F}" type="presParOf" srcId="{45887BCF-FE75-D940-A2F9-316C60116605}" destId="{6FAE09FE-F195-2A4D-9209-159C799E5C88}" srcOrd="3" destOrd="0" presId="urn:microsoft.com/office/officeart/2005/8/layout/cycle2"/>
    <dgm:cxn modelId="{0B34D2F1-E859-E44E-A6B7-5FDB7C218649}" type="presParOf" srcId="{6FAE09FE-F195-2A4D-9209-159C799E5C88}" destId="{6985F32A-15C0-9844-A95F-412E58387E0C}" srcOrd="0" destOrd="0" presId="urn:microsoft.com/office/officeart/2005/8/layout/cycle2"/>
    <dgm:cxn modelId="{DD038987-3E60-A14C-9352-5607C31D8DC2}" type="presParOf" srcId="{45887BCF-FE75-D940-A2F9-316C60116605}" destId="{DBB74940-BCCE-9B42-B822-653794CC894A}" srcOrd="4" destOrd="0" presId="urn:microsoft.com/office/officeart/2005/8/layout/cycle2"/>
    <dgm:cxn modelId="{F00DFBD9-43DB-EE43-8E18-62F8E74546CD}" type="presParOf" srcId="{45887BCF-FE75-D940-A2F9-316C60116605}" destId="{8E41DC6A-8FB1-9D4F-9598-AAE22E069532}" srcOrd="5" destOrd="0" presId="urn:microsoft.com/office/officeart/2005/8/layout/cycle2"/>
    <dgm:cxn modelId="{8D7114F3-AE34-D840-AB3A-F44C109F36D6}" type="presParOf" srcId="{8E41DC6A-8FB1-9D4F-9598-AAE22E069532}" destId="{C315174E-C712-414E-9049-EEE679313581}" srcOrd="0" destOrd="0" presId="urn:microsoft.com/office/officeart/2005/8/layout/cycle2"/>
    <dgm:cxn modelId="{E1685C81-D8C8-2043-A101-E44FC0254BBA}" type="presParOf" srcId="{45887BCF-FE75-D940-A2F9-316C60116605}" destId="{6F3B9EA7-66E9-A544-87BC-90768FFCFC70}" srcOrd="6" destOrd="0" presId="urn:microsoft.com/office/officeart/2005/8/layout/cycle2"/>
    <dgm:cxn modelId="{C8CF2A97-CA49-5349-B377-5B2B6F0BD92C}" type="presParOf" srcId="{45887BCF-FE75-D940-A2F9-316C60116605}" destId="{016626BB-3344-4643-BD46-2A6F92FA24F9}" srcOrd="7" destOrd="0" presId="urn:microsoft.com/office/officeart/2005/8/layout/cycle2"/>
    <dgm:cxn modelId="{16D48DC2-9D8B-594A-BAEE-AAA29F2E3278}" type="presParOf" srcId="{016626BB-3344-4643-BD46-2A6F92FA24F9}" destId="{56FB4012-332B-A947-82C4-A9C4D68CC22C}" srcOrd="0" destOrd="0" presId="urn:microsoft.com/office/officeart/2005/8/layout/cycle2"/>
    <dgm:cxn modelId="{995D6CE6-190D-8347-A589-C24F0282FA30}" type="presParOf" srcId="{45887BCF-FE75-D940-A2F9-316C60116605}" destId="{50C2B0F8-0DAE-B84E-8757-41486CC126F2}" srcOrd="8" destOrd="0" presId="urn:microsoft.com/office/officeart/2005/8/layout/cycle2"/>
    <dgm:cxn modelId="{3C8A4F59-3E7D-1D45-9E81-3DEE4609DA4C}" type="presParOf" srcId="{45887BCF-FE75-D940-A2F9-316C60116605}" destId="{84DB2F25-1D83-C145-AC43-0A506D352FC6}" srcOrd="9" destOrd="0" presId="urn:microsoft.com/office/officeart/2005/8/layout/cycle2"/>
    <dgm:cxn modelId="{A6F073EC-6C67-6447-82AB-AE02510E804D}" type="presParOf" srcId="{84DB2F25-1D83-C145-AC43-0A506D352FC6}" destId="{8B4EE38D-A265-C64A-ADC0-8A01025C8A49}" srcOrd="0" destOrd="0" presId="urn:microsoft.com/office/officeart/2005/8/layout/cycle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FDB5431-7D20-C84B-86CB-81BEE09DF707}">
      <dsp:nvSpPr>
        <dsp:cNvPr id="0" name=""/>
        <dsp:cNvSpPr/>
      </dsp:nvSpPr>
      <dsp:spPr>
        <a:xfrm>
          <a:off x="4103502" y="231"/>
          <a:ext cx="2907957" cy="1314449"/>
        </a:xfrm>
        <a:prstGeom prst="ellipse">
          <a:avLst/>
        </a:prstGeom>
        <a:solidFill>
          <a:srgbClr val="7E7692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800" kern="1200" dirty="0"/>
            <a:t>Définition du problème en lien avec la littérature</a:t>
          </a:r>
        </a:p>
      </dsp:txBody>
      <dsp:txXfrm>
        <a:off x="4529362" y="192728"/>
        <a:ext cx="2056237" cy="929455"/>
      </dsp:txXfrm>
    </dsp:sp>
    <dsp:sp modelId="{D4E10DA8-D9D9-8C44-9DDB-1C699E62ECAC}">
      <dsp:nvSpPr>
        <dsp:cNvPr id="0" name=""/>
        <dsp:cNvSpPr/>
      </dsp:nvSpPr>
      <dsp:spPr>
        <a:xfrm rot="1351253">
          <a:off x="6784327" y="1037633"/>
          <a:ext cx="449980" cy="443626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fr-FR" sz="1800" kern="1200"/>
        </a:p>
      </dsp:txBody>
      <dsp:txXfrm>
        <a:off x="6789402" y="1100870"/>
        <a:ext cx="316892" cy="266176"/>
      </dsp:txXfrm>
    </dsp:sp>
    <dsp:sp modelId="{7F7019BF-B9A4-6047-8668-1DF9E1AFC20C}">
      <dsp:nvSpPr>
        <dsp:cNvPr id="0" name=""/>
        <dsp:cNvSpPr/>
      </dsp:nvSpPr>
      <dsp:spPr>
        <a:xfrm>
          <a:off x="7123197" y="1184750"/>
          <a:ext cx="2582039" cy="1314450"/>
        </a:xfrm>
        <a:prstGeom prst="ellipse">
          <a:avLst/>
        </a:prstGeom>
        <a:solidFill>
          <a:srgbClr val="7E7692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800" kern="1200" dirty="0"/>
            <a:t>Hypothèses</a:t>
          </a:r>
        </a:p>
      </dsp:txBody>
      <dsp:txXfrm>
        <a:off x="7501328" y="1377247"/>
        <a:ext cx="1825777" cy="929456"/>
      </dsp:txXfrm>
    </dsp:sp>
    <dsp:sp modelId="{6FAE09FE-F195-2A4D-9209-159C799E5C88}">
      <dsp:nvSpPr>
        <dsp:cNvPr id="0" name=""/>
        <dsp:cNvSpPr/>
      </dsp:nvSpPr>
      <dsp:spPr>
        <a:xfrm rot="7318895">
          <a:off x="7678485" y="2518168"/>
          <a:ext cx="349993" cy="443626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fr-FR" sz="1800" kern="1200"/>
        </a:p>
      </dsp:txBody>
      <dsp:txXfrm rot="10800000">
        <a:off x="7758790" y="2562362"/>
        <a:ext cx="244995" cy="266176"/>
      </dsp:txXfrm>
    </dsp:sp>
    <dsp:sp modelId="{DBB74940-BCCE-9B42-B822-653794CC894A}">
      <dsp:nvSpPr>
        <dsp:cNvPr id="0" name=""/>
        <dsp:cNvSpPr/>
      </dsp:nvSpPr>
      <dsp:spPr>
        <a:xfrm>
          <a:off x="5463236" y="3012179"/>
          <a:ext cx="3619784" cy="1314449"/>
        </a:xfrm>
        <a:prstGeom prst="ellipse">
          <a:avLst/>
        </a:prstGeom>
        <a:solidFill>
          <a:srgbClr val="7E7692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800" kern="1200" dirty="0"/>
            <a:t>Construction d’expérimentation pour tester les hypothèses</a:t>
          </a:r>
        </a:p>
      </dsp:txBody>
      <dsp:txXfrm>
        <a:off x="5993341" y="3204676"/>
        <a:ext cx="2559574" cy="929455"/>
      </dsp:txXfrm>
    </dsp:sp>
    <dsp:sp modelId="{8E41DC6A-8FB1-9D4F-9598-AAE22E069532}">
      <dsp:nvSpPr>
        <dsp:cNvPr id="0" name=""/>
        <dsp:cNvSpPr/>
      </dsp:nvSpPr>
      <dsp:spPr>
        <a:xfrm rot="10776189">
          <a:off x="5178565" y="3461401"/>
          <a:ext cx="201403" cy="443626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fr-FR" sz="1800" kern="1200"/>
        </a:p>
      </dsp:txBody>
      <dsp:txXfrm rot="10800000">
        <a:off x="5238985" y="3549917"/>
        <a:ext cx="140982" cy="266176"/>
      </dsp:txXfrm>
    </dsp:sp>
    <dsp:sp modelId="{6F3B9EA7-66E9-A544-87BC-90768FFCFC70}">
      <dsp:nvSpPr>
        <dsp:cNvPr id="0" name=""/>
        <dsp:cNvSpPr/>
      </dsp:nvSpPr>
      <dsp:spPr>
        <a:xfrm>
          <a:off x="2328127" y="3036888"/>
          <a:ext cx="2755586" cy="1314450"/>
        </a:xfrm>
        <a:prstGeom prst="ellipse">
          <a:avLst/>
        </a:prstGeom>
        <a:solidFill>
          <a:srgbClr val="7E7692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800" kern="1200" dirty="0"/>
            <a:t>Résultats</a:t>
          </a:r>
        </a:p>
      </dsp:txBody>
      <dsp:txXfrm>
        <a:off x="2731673" y="3229385"/>
        <a:ext cx="1948494" cy="929456"/>
      </dsp:txXfrm>
    </dsp:sp>
    <dsp:sp modelId="{016626BB-3344-4643-BD46-2A6F92FA24F9}">
      <dsp:nvSpPr>
        <dsp:cNvPr id="0" name=""/>
        <dsp:cNvSpPr/>
      </dsp:nvSpPr>
      <dsp:spPr>
        <a:xfrm rot="14393343">
          <a:off x="3008277" y="2566248"/>
          <a:ext cx="344384" cy="443626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fr-FR" sz="1800" kern="1200"/>
        </a:p>
      </dsp:txBody>
      <dsp:txXfrm rot="10800000">
        <a:off x="3085850" y="2699660"/>
        <a:ext cx="241069" cy="266176"/>
      </dsp:txXfrm>
    </dsp:sp>
    <dsp:sp modelId="{50C2B0F8-0DAE-B84E-8757-41486CC126F2}">
      <dsp:nvSpPr>
        <dsp:cNvPr id="0" name=""/>
        <dsp:cNvSpPr/>
      </dsp:nvSpPr>
      <dsp:spPr>
        <a:xfrm>
          <a:off x="748577" y="1197096"/>
          <a:ext cx="3780765" cy="1314450"/>
        </a:xfrm>
        <a:prstGeom prst="ellipse">
          <a:avLst/>
        </a:prstGeom>
        <a:solidFill>
          <a:srgbClr val="7E7692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800" kern="1200" dirty="0"/>
            <a:t>Interprétation des résultats et validation ou non des hypothèses</a:t>
          </a:r>
        </a:p>
      </dsp:txBody>
      <dsp:txXfrm>
        <a:off x="1302257" y="1389593"/>
        <a:ext cx="2673405" cy="929456"/>
      </dsp:txXfrm>
    </dsp:sp>
    <dsp:sp modelId="{84DB2F25-1D83-C145-AC43-0A506D352FC6}">
      <dsp:nvSpPr>
        <dsp:cNvPr id="0" name=""/>
        <dsp:cNvSpPr/>
      </dsp:nvSpPr>
      <dsp:spPr>
        <a:xfrm rot="20262109">
          <a:off x="3984371" y="1008030"/>
          <a:ext cx="354719" cy="443626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fr-FR" sz="1800" kern="1200"/>
        </a:p>
      </dsp:txBody>
      <dsp:txXfrm>
        <a:off x="3988350" y="1116944"/>
        <a:ext cx="248303" cy="266176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ycle2">
  <dgm:title val=""/>
  <dgm:desc val=""/>
  <dgm:catLst>
    <dgm:cat type="cycle" pri="1000"/>
    <dgm:cat type="convert" pri="1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func="var" arg="dir" op="equ" val="norm">
        <dgm:choose name="Name2">
          <dgm:if name="Name3" axis="ch" ptType="node" func="cnt" op="gt" val="2">
            <dgm:alg type="cycle">
              <dgm:param type="stAng" val="0"/>
              <dgm:param type="spanAng" val="360"/>
            </dgm:alg>
          </dgm:if>
          <dgm:else name="Name4">
            <dgm:alg type="cycle">
              <dgm:param type="stAng" val="-90"/>
              <dgm:param type="spanAng" val="360"/>
            </dgm:alg>
          </dgm:else>
        </dgm:choose>
      </dgm:if>
      <dgm:else name="Name5">
        <dgm:choose name="Name6">
          <dgm:if name="Name7" axis="ch" ptType="node" func="cnt" op="gt" val="2">
            <dgm:alg type="cycle">
              <dgm:param type="stAng" val="0"/>
              <dgm:param type="spanAng" val="-360"/>
            </dgm:alg>
          </dgm:if>
          <dgm:else name="Name8">
            <dgm:alg type="cycle">
              <dgm:param type="stAng" val="90"/>
              <dgm:param type="spanAng" val="-360"/>
            </dgm:alg>
          </dgm:else>
        </dgm:choose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ptType="sibTrans" refType="w" refFor="ch" refPtType="node" op="equ" fact="0.25"/>
      <dgm:constr type="sibSp" refType="w" refFor="ch" refPtType="node" fact="0.5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>
          <dgm:param type="txAnchorVertCh" val="mid"/>
        </dgm:alg>
        <dgm:shape xmlns:r="http://schemas.openxmlformats.org/officeDocument/2006/relationships" type="ellipse" r:blip="">
          <dgm:adjLst/>
        </dgm:shape>
        <dgm:presOf axis="desOrSelf" ptType="node"/>
        <dgm:constrLst>
          <dgm:constr type="h" refType="w"/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  <dgm:choose name="Name9">
        <dgm:if name="Name10" axis="par ch" ptType="doc node" func="cnt" op="gt" val="1">
          <dgm:forEach name="sibTransForEach" axis="followSib" ptType="sibTrans" hideLastTrans="0" cnt="1">
            <dgm:layoutNode name="sibTrans">
              <dgm:choose name="Name11">
                <dgm:if name="Name12" axis="par ch" ptType="doc node" func="cnt" op="lt" val="3">
                  <dgm:alg type="conn">
                    <dgm:param type="begPts" val="radial"/>
                    <dgm:param type="endPts" val="radial"/>
                  </dgm:alg>
                </dgm:if>
                <dgm:else name="Name13">
                  <dgm:alg type="conn">
                    <dgm:param type="begPts" val="auto"/>
                    <dgm:param type="endPts" val="auto"/>
                  </dgm:alg>
                </dgm:else>
              </dgm:choose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1.35"/>
                <dgm:constr type="connDist"/>
                <dgm:constr type="w" for="ch" refType="connDist" fact="0.45"/>
                <dgm:constr type="h" for="ch" refType="h"/>
              </dgm:constrLst>
              <dgm:ruleLst/>
              <dgm:layoutNode name="connectorText">
                <dgm:alg type="tx">
                  <dgm:param type="autoTxRot" val="grav"/>
                </dgm:alg>
                <dgm:shape xmlns:r="http://schemas.openxmlformats.org/officeDocument/2006/relationships" type="conn" r:blip="" hideGeom="1">
                  <dgm:adjLst/>
                </dgm:shape>
                <dgm:presOf axis="self"/>
                <dgm:constrLst>
                  <dgm:constr type="lMarg"/>
                  <dgm:constr type="rMarg"/>
                  <dgm:constr type="tMarg"/>
                  <dgm:constr type="bMarg"/>
                </dgm:constrLst>
                <dgm:ruleLst>
                  <dgm:rule type="primFontSz" val="5" fact="NaN" max="NaN"/>
                </dgm:ruleLst>
              </dgm:layoutNode>
            </dgm:layoutNode>
          </dgm:forEach>
        </dgm:if>
        <dgm:else name="Name14"/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2648997-37A0-052C-09BD-95CACA484EC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2962FF71-E8DB-3B04-21C0-7F5A8C87E21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61355DC-86E8-1A40-864A-B8CD20DDBB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12DD0-AC62-4744-9C7F-4A9162E5F150}" type="datetimeFigureOut">
              <a:rPr lang="fr-FR" smtClean="0"/>
              <a:t>15/09/2025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6D507814-2F5A-C091-96BC-759578D704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2A95F601-361E-2D51-8EC7-6EBFE3FBB4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CC2287-AD20-4114-B7F4-5AC352F196F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9890444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A8A62D1-A768-A416-04FC-512D68E0A5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06FE82A-2E4B-B432-BADD-0C5CF4DBCB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6BE9775-A8B3-FD89-6C2E-289FA5AE8B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12DD0-AC62-4744-9C7F-4A9162E5F150}" type="datetimeFigureOut">
              <a:rPr lang="fr-FR" smtClean="0"/>
              <a:t>15/09/2025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E08D3D0-BE4C-FCD8-5EFD-E9B1011200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8D4AD40-5FF9-008B-E153-99B607DE36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CC2287-AD20-4114-B7F4-5AC352F196F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773540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9F4EB0A-2B63-1A97-33AA-F65D414F46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B20A4332-F15E-D5A2-7569-CA48418A68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C23C5FF8-C399-C459-DBBB-1E2672D1E2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12DD0-AC62-4744-9C7F-4A9162E5F150}" type="datetimeFigureOut">
              <a:rPr lang="fr-FR" smtClean="0"/>
              <a:t>15/09/2025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9123755-547A-95A0-7BE8-B564ABC7DA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21E1049-5E40-8B44-7E62-504EEA0CFF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CC2287-AD20-4114-B7F4-5AC352F196F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119681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2C5D53A-DD2F-212F-E545-E1B372CCEA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4BD7E0C-96C5-D5B0-6776-63D9265F6CA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ECBC5223-103C-9A5C-B6F2-0F7F49FB6FF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5A09D203-D866-89A6-BDD7-71DAD9757C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12DD0-AC62-4744-9C7F-4A9162E5F150}" type="datetimeFigureOut">
              <a:rPr lang="fr-FR" smtClean="0"/>
              <a:t>15/09/2025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4B05B368-56E7-0FBE-39AE-8CC6696C7A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7CB0C53B-DD4E-9BA3-744F-4FA57D30EA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CC2287-AD20-4114-B7F4-5AC352F196F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489213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B3757E9-78A0-75BD-BC83-4FA8DEE79A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9D62C2F7-C0A6-1FF1-320C-EA4F435BE7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D6F28A5F-7205-9DE0-C0BC-7FA3B66675E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F794051C-7411-612B-A8B8-B9485E2ADA9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2E8BAA3A-8900-8E31-12EC-01A6EB6ECDD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8C4CD1CF-73A9-F8BD-A320-0781516022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12DD0-AC62-4744-9C7F-4A9162E5F150}" type="datetimeFigureOut">
              <a:rPr lang="fr-FR" smtClean="0"/>
              <a:t>15/09/2025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3DC2EB9A-928E-AA15-BDB5-96D6C6229C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B7BFBD55-2FE0-E0E0-CA57-93BF671D80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CC2287-AD20-4114-B7F4-5AC352F196F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643187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B87AA4D-3F4D-1241-A5DD-C5D93996C0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6E26720E-2121-0ED8-0545-F7C0BB9938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12DD0-AC62-4744-9C7F-4A9162E5F150}" type="datetimeFigureOut">
              <a:rPr lang="fr-FR" smtClean="0"/>
              <a:t>15/09/2025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1AF7A27C-97A8-C56A-7403-5CD83C2679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E24D811A-8A26-9810-F5A0-70CDE50F0C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CC2287-AD20-4114-B7F4-5AC352F196F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931653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3BCF2B9A-D6AB-FE1F-209C-61A77AB3F1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12DD0-AC62-4744-9C7F-4A9162E5F150}" type="datetimeFigureOut">
              <a:rPr lang="fr-FR" smtClean="0"/>
              <a:t>15/09/2025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B58E5DCD-53A0-62B6-71F0-D8220C9B37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0764AB09-0FAA-A304-56E6-E8A16A0BA0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CC2287-AD20-4114-B7F4-5AC352F196F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609294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33526CE-B0AB-DC58-60AA-BD5AD43C49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B745525-713E-2877-D07D-3B4BD0F492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BAB2ED4B-D108-1C14-8D82-8E9A2E20AC5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C8FBA804-918B-0178-BCFB-1316E16C1B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12DD0-AC62-4744-9C7F-4A9162E5F150}" type="datetimeFigureOut">
              <a:rPr lang="fr-FR" smtClean="0"/>
              <a:t>15/09/2025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7273BA3D-19BC-A186-8848-BF245BD4CA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5342AFC5-14B7-6639-6861-15AF2FDA76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CC2287-AD20-4114-B7F4-5AC352F196F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225503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947414A-1D94-196D-661A-DD9F9F4343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74892616-3133-655C-A1A7-6082B22EAE9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DBF1726F-768F-9770-8F3D-9AF9FBB5621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C0AE839D-1C33-D089-141D-B1A2DB0382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12DD0-AC62-4744-9C7F-4A9162E5F150}" type="datetimeFigureOut">
              <a:rPr lang="fr-FR" smtClean="0"/>
              <a:t>15/09/2025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C3EBC3F6-F316-E5F0-6020-CEB891792A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5A86D57B-B807-760C-C61F-E0C76E7DD4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CC2287-AD20-4114-B7F4-5AC352F196F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587586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AB1F8D0-5691-AE13-287C-B3CB3F1A5A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B54B9111-0EF5-C57F-0BEC-341DF87B10B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759BEE7-BA4E-2002-D910-8A38B8AF47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12DD0-AC62-4744-9C7F-4A9162E5F150}" type="datetimeFigureOut">
              <a:rPr lang="fr-FR" smtClean="0"/>
              <a:t>15/09/2025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E6D96FFA-3200-4B13-723F-8372204B35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99554B5-7696-BB7A-5CDD-E30B58B140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CC2287-AD20-4114-B7F4-5AC352F196F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233982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520DA712-8BE6-D347-CE59-ADC6A695233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826EB027-C759-1F5F-9752-AC0C0EAC709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5860E993-7E66-10CB-DB78-2CE29BDD22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12DD0-AC62-4744-9C7F-4A9162E5F150}" type="datetimeFigureOut">
              <a:rPr lang="fr-FR" smtClean="0"/>
              <a:t>15/09/2025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F9684A4-7ABB-34D8-50B8-CE76445F0F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D2E763D2-17D4-90C5-CD44-0CEBBF650C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CC2287-AD20-4114-B7F4-5AC352F196F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690708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E2A3B481-9F1D-C417-277D-9BAF8B78D6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7228DBBB-F57C-20E5-72B8-769111C60B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5774FA9-5B5F-47A0-7BC9-50E195EA875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212DD0-AC62-4744-9C7F-4A9162E5F150}" type="datetimeFigureOut">
              <a:rPr lang="fr-FR" smtClean="0"/>
              <a:t>15/09/2025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D8B6E8A-BE00-EBFA-866C-C9554F3AC4C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2E3027F-C967-26C2-38F8-344A31F98BC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8CC2287-AD20-4114-B7F4-5AC352F196F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023806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AEC5905-CF2C-5940-E0D3-9A4716B0487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FR"/>
              <a:t>Figures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3DC45424-D878-BED4-17DE-0244084C631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281784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4CC4A4A-3E2D-A6FC-62F7-8C818DF9B8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E908D30-0BDB-B7B3-E14C-D62464F446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hh</a:t>
            </a:r>
            <a:endParaRPr lang="fr-FR" dirty="0"/>
          </a:p>
        </p:txBody>
      </p:sp>
      <p:graphicFrame>
        <p:nvGraphicFramePr>
          <p:cNvPr id="4" name="Espace réservé du contenu 3">
            <a:extLst>
              <a:ext uri="{FF2B5EF4-FFF2-40B4-BE49-F238E27FC236}">
                <a16:creationId xmlns:a16="http://schemas.microsoft.com/office/drawing/2014/main" id="{A2FEB3D7-05DF-C421-9EB5-164F2350670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619477504"/>
              </p:ext>
            </p:extLst>
          </p:nvPr>
        </p:nvGraphicFramePr>
        <p:xfrm>
          <a:off x="990600" y="19780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829730582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27</Words>
  <Application>Microsoft Office PowerPoint</Application>
  <PresentationFormat>Grand écran</PresentationFormat>
  <Paragraphs>7</Paragraphs>
  <Slides>2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Thème Office</vt:lpstr>
      <vt:lpstr>Figures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Fanny Ollivier</dc:creator>
  <cp:lastModifiedBy>Fanny Ollivier</cp:lastModifiedBy>
  <cp:revision>2</cp:revision>
  <dcterms:created xsi:type="dcterms:W3CDTF">2025-09-12T09:48:43Z</dcterms:created>
  <dcterms:modified xsi:type="dcterms:W3CDTF">2025-09-15T14:14:47Z</dcterms:modified>
</cp:coreProperties>
</file>