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1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2C0FD9-73E1-BD4F-AEF9-24C10E57358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026C6E3-7964-7448-BA9E-923004CB695F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Définition du problème en lien avec la littérature</a:t>
          </a:r>
        </a:p>
      </dgm:t>
    </dgm:pt>
    <dgm:pt modelId="{927132E1-5A1C-6D43-A295-C88A8423AA1A}" type="parTrans" cxnId="{C53ADCA5-F306-5646-84BA-C804C215731D}">
      <dgm:prSet/>
      <dgm:spPr/>
      <dgm:t>
        <a:bodyPr/>
        <a:lstStyle/>
        <a:p>
          <a:endParaRPr lang="fr-FR"/>
        </a:p>
      </dgm:t>
    </dgm:pt>
    <dgm:pt modelId="{9F9B6513-19D3-484F-82D9-C0CAC799550C}" type="sibTrans" cxnId="{C53ADCA5-F306-5646-84BA-C804C215731D}">
      <dgm:prSet/>
      <dgm:spPr/>
      <dgm:t>
        <a:bodyPr/>
        <a:lstStyle/>
        <a:p>
          <a:endParaRPr lang="fr-FR"/>
        </a:p>
      </dgm:t>
    </dgm:pt>
    <dgm:pt modelId="{49232C19-6809-F046-B016-88D71F920612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Hypothèses</a:t>
          </a:r>
        </a:p>
      </dgm:t>
    </dgm:pt>
    <dgm:pt modelId="{29181E21-C25D-8B40-925A-2BD451237808}" type="parTrans" cxnId="{F9F9F3B2-73DE-924B-85E3-80CFC6148F6B}">
      <dgm:prSet/>
      <dgm:spPr/>
      <dgm:t>
        <a:bodyPr/>
        <a:lstStyle/>
        <a:p>
          <a:endParaRPr lang="fr-FR"/>
        </a:p>
      </dgm:t>
    </dgm:pt>
    <dgm:pt modelId="{6337213B-C989-1D44-B8ED-E7F57F070D28}" type="sibTrans" cxnId="{F9F9F3B2-73DE-924B-85E3-80CFC6148F6B}">
      <dgm:prSet/>
      <dgm:spPr/>
      <dgm:t>
        <a:bodyPr/>
        <a:lstStyle/>
        <a:p>
          <a:endParaRPr lang="fr-FR"/>
        </a:p>
      </dgm:t>
    </dgm:pt>
    <dgm:pt modelId="{BE2EDE8C-E20A-4848-8BC2-1FD12F7E9739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Construction d’expérimentation pour tester les hypothèses</a:t>
          </a:r>
        </a:p>
      </dgm:t>
    </dgm:pt>
    <dgm:pt modelId="{6B219B94-4C5E-3D4A-B23F-62B38014CF44}" type="parTrans" cxnId="{AA53F00E-2EAF-3F4A-8067-A82829BBBA61}">
      <dgm:prSet/>
      <dgm:spPr/>
      <dgm:t>
        <a:bodyPr/>
        <a:lstStyle/>
        <a:p>
          <a:endParaRPr lang="fr-FR"/>
        </a:p>
      </dgm:t>
    </dgm:pt>
    <dgm:pt modelId="{8303C4C2-B05E-A545-AA1A-ACE573B77B87}" type="sibTrans" cxnId="{AA53F00E-2EAF-3F4A-8067-A82829BBBA61}">
      <dgm:prSet/>
      <dgm:spPr/>
      <dgm:t>
        <a:bodyPr/>
        <a:lstStyle/>
        <a:p>
          <a:endParaRPr lang="fr-FR"/>
        </a:p>
      </dgm:t>
    </dgm:pt>
    <dgm:pt modelId="{5F0B4D46-0E34-5E4C-96DD-845BEAC1494C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Résultats</a:t>
          </a:r>
        </a:p>
      </dgm:t>
    </dgm:pt>
    <dgm:pt modelId="{3D65C027-5555-E64F-B4A4-454C654CF843}" type="parTrans" cxnId="{22265EA0-03E1-0B4A-A87D-1033B6CDDD9D}">
      <dgm:prSet/>
      <dgm:spPr/>
      <dgm:t>
        <a:bodyPr/>
        <a:lstStyle/>
        <a:p>
          <a:endParaRPr lang="fr-FR"/>
        </a:p>
      </dgm:t>
    </dgm:pt>
    <dgm:pt modelId="{CE88F67C-B7DC-DF4F-B0DC-0F0402943461}" type="sibTrans" cxnId="{22265EA0-03E1-0B4A-A87D-1033B6CDDD9D}">
      <dgm:prSet/>
      <dgm:spPr/>
      <dgm:t>
        <a:bodyPr/>
        <a:lstStyle/>
        <a:p>
          <a:endParaRPr lang="fr-FR"/>
        </a:p>
      </dgm:t>
    </dgm:pt>
    <dgm:pt modelId="{601DB76A-8A7D-8D45-83D9-3CAA9E00F840}">
      <dgm:prSet phldrT="[Texte]" custT="1"/>
      <dgm:spPr>
        <a:solidFill>
          <a:srgbClr val="7E7692"/>
        </a:solidFill>
      </dgm:spPr>
      <dgm:t>
        <a:bodyPr/>
        <a:lstStyle/>
        <a:p>
          <a:r>
            <a:rPr lang="fr-FR" sz="1800" dirty="0"/>
            <a:t>Interprétation des résultats et validation ou non des hypothèses</a:t>
          </a:r>
        </a:p>
      </dgm:t>
    </dgm:pt>
    <dgm:pt modelId="{6431F733-BD6E-6749-A54A-0390AF29DDBC}" type="parTrans" cxnId="{8C4A3776-D47B-9749-8056-FB98CB6C36D6}">
      <dgm:prSet/>
      <dgm:spPr/>
      <dgm:t>
        <a:bodyPr/>
        <a:lstStyle/>
        <a:p>
          <a:endParaRPr lang="fr-FR"/>
        </a:p>
      </dgm:t>
    </dgm:pt>
    <dgm:pt modelId="{ECDF9BFA-7133-E64D-9AD0-34B4C9AEA9D1}" type="sibTrans" cxnId="{8C4A3776-D47B-9749-8056-FB98CB6C36D6}">
      <dgm:prSet/>
      <dgm:spPr/>
      <dgm:t>
        <a:bodyPr/>
        <a:lstStyle/>
        <a:p>
          <a:endParaRPr lang="fr-FR"/>
        </a:p>
      </dgm:t>
    </dgm:pt>
    <dgm:pt modelId="{45887BCF-FE75-D940-A2F9-316C60116605}" type="pres">
      <dgm:prSet presAssocID="{522C0FD9-73E1-BD4F-AEF9-24C10E57358A}" presName="cycle" presStyleCnt="0">
        <dgm:presLayoutVars>
          <dgm:dir/>
          <dgm:resizeHandles val="exact"/>
        </dgm:presLayoutVars>
      </dgm:prSet>
      <dgm:spPr/>
    </dgm:pt>
    <dgm:pt modelId="{7FDB5431-7D20-C84B-86CB-81BEE09DF707}" type="pres">
      <dgm:prSet presAssocID="{C026C6E3-7964-7448-BA9E-923004CB695F}" presName="node" presStyleLbl="node1" presStyleIdx="0" presStyleCnt="5" custScaleX="221230">
        <dgm:presLayoutVars>
          <dgm:bulletEnabled val="1"/>
        </dgm:presLayoutVars>
      </dgm:prSet>
      <dgm:spPr/>
    </dgm:pt>
    <dgm:pt modelId="{D4E10DA8-D9D9-8C44-9DDB-1C699E62ECAC}" type="pres">
      <dgm:prSet presAssocID="{9F9B6513-19D3-484F-82D9-C0CAC799550C}" presName="sibTrans" presStyleLbl="sibTrans2D1" presStyleIdx="0" presStyleCnt="5"/>
      <dgm:spPr/>
    </dgm:pt>
    <dgm:pt modelId="{04CF3A20-C784-9A49-9693-6417484DE010}" type="pres">
      <dgm:prSet presAssocID="{9F9B6513-19D3-484F-82D9-C0CAC799550C}" presName="connectorText" presStyleLbl="sibTrans2D1" presStyleIdx="0" presStyleCnt="5"/>
      <dgm:spPr/>
    </dgm:pt>
    <dgm:pt modelId="{7F7019BF-B9A4-6047-8668-1DF9E1AFC20C}" type="pres">
      <dgm:prSet presAssocID="{49232C19-6809-F046-B016-88D71F920612}" presName="node" presStyleLbl="node1" presStyleIdx="1" presStyleCnt="5" custScaleX="196435" custRadScaleRad="172722" custRadScaleInc="22749">
        <dgm:presLayoutVars>
          <dgm:bulletEnabled val="1"/>
        </dgm:presLayoutVars>
      </dgm:prSet>
      <dgm:spPr/>
    </dgm:pt>
    <dgm:pt modelId="{6FAE09FE-F195-2A4D-9209-159C799E5C88}" type="pres">
      <dgm:prSet presAssocID="{6337213B-C989-1D44-B8ED-E7F57F070D28}" presName="sibTrans" presStyleLbl="sibTrans2D1" presStyleIdx="1" presStyleCnt="5"/>
      <dgm:spPr/>
    </dgm:pt>
    <dgm:pt modelId="{6985F32A-15C0-9844-A95F-412E58387E0C}" type="pres">
      <dgm:prSet presAssocID="{6337213B-C989-1D44-B8ED-E7F57F070D28}" presName="connectorText" presStyleLbl="sibTrans2D1" presStyleIdx="1" presStyleCnt="5"/>
      <dgm:spPr/>
    </dgm:pt>
    <dgm:pt modelId="{DBB74940-BCCE-9B42-B822-653794CC894A}" type="pres">
      <dgm:prSet presAssocID="{BE2EDE8C-E20A-4848-8BC2-1FD12F7E9739}" presName="node" presStyleLbl="node1" presStyleIdx="2" presStyleCnt="5" custScaleX="275384" custRadScaleRad="129456" custRadScaleInc="-44846">
        <dgm:presLayoutVars>
          <dgm:bulletEnabled val="1"/>
        </dgm:presLayoutVars>
      </dgm:prSet>
      <dgm:spPr/>
    </dgm:pt>
    <dgm:pt modelId="{8E41DC6A-8FB1-9D4F-9598-AAE22E069532}" type="pres">
      <dgm:prSet presAssocID="{8303C4C2-B05E-A545-AA1A-ACE573B77B87}" presName="sibTrans" presStyleLbl="sibTrans2D1" presStyleIdx="2" presStyleCnt="5"/>
      <dgm:spPr/>
    </dgm:pt>
    <dgm:pt modelId="{C315174E-C712-414E-9049-EEE679313581}" type="pres">
      <dgm:prSet presAssocID="{8303C4C2-B05E-A545-AA1A-ACE573B77B87}" presName="connectorText" presStyleLbl="sibTrans2D1" presStyleIdx="2" presStyleCnt="5"/>
      <dgm:spPr/>
    </dgm:pt>
    <dgm:pt modelId="{6F3B9EA7-66E9-A544-87BC-90768FFCFC70}" type="pres">
      <dgm:prSet presAssocID="{5F0B4D46-0E34-5E4C-96DD-845BEAC1494C}" presName="node" presStyleLbl="node1" presStyleIdx="3" presStyleCnt="5" custScaleX="209638" custRadScaleRad="137234" custRadScaleInc="48600">
        <dgm:presLayoutVars>
          <dgm:bulletEnabled val="1"/>
        </dgm:presLayoutVars>
      </dgm:prSet>
      <dgm:spPr/>
    </dgm:pt>
    <dgm:pt modelId="{016626BB-3344-4643-BD46-2A6F92FA24F9}" type="pres">
      <dgm:prSet presAssocID="{CE88F67C-B7DC-DF4F-B0DC-0F0402943461}" presName="sibTrans" presStyleLbl="sibTrans2D1" presStyleIdx="3" presStyleCnt="5"/>
      <dgm:spPr/>
    </dgm:pt>
    <dgm:pt modelId="{56FB4012-332B-A947-82C4-A9C4D68CC22C}" type="pres">
      <dgm:prSet presAssocID="{CE88F67C-B7DC-DF4F-B0DC-0F0402943461}" presName="connectorText" presStyleLbl="sibTrans2D1" presStyleIdx="3" presStyleCnt="5"/>
      <dgm:spPr/>
    </dgm:pt>
    <dgm:pt modelId="{50C2B0F8-0DAE-B84E-8757-41486CC126F2}" type="pres">
      <dgm:prSet presAssocID="{601DB76A-8A7D-8D45-83D9-3CAA9E00F840}" presName="node" presStyleLbl="node1" presStyleIdx="4" presStyleCnt="5" custScaleX="287631" custRadScaleRad="176229" custRadScaleInc="-23970">
        <dgm:presLayoutVars>
          <dgm:bulletEnabled val="1"/>
        </dgm:presLayoutVars>
      </dgm:prSet>
      <dgm:spPr/>
    </dgm:pt>
    <dgm:pt modelId="{84DB2F25-1D83-C145-AC43-0A506D352FC6}" type="pres">
      <dgm:prSet presAssocID="{ECDF9BFA-7133-E64D-9AD0-34B4C9AEA9D1}" presName="sibTrans" presStyleLbl="sibTrans2D1" presStyleIdx="4" presStyleCnt="5"/>
      <dgm:spPr/>
    </dgm:pt>
    <dgm:pt modelId="{8B4EE38D-A265-C64A-ADC0-8A01025C8A49}" type="pres">
      <dgm:prSet presAssocID="{ECDF9BFA-7133-E64D-9AD0-34B4C9AEA9D1}" presName="connectorText" presStyleLbl="sibTrans2D1" presStyleIdx="4" presStyleCnt="5"/>
      <dgm:spPr/>
    </dgm:pt>
  </dgm:ptLst>
  <dgm:cxnLst>
    <dgm:cxn modelId="{1F759C00-5323-2347-AD56-A1351FFED2E5}" type="presOf" srcId="{9F9B6513-19D3-484F-82D9-C0CAC799550C}" destId="{D4E10DA8-D9D9-8C44-9DDB-1C699E62ECAC}" srcOrd="0" destOrd="0" presId="urn:microsoft.com/office/officeart/2005/8/layout/cycle2"/>
    <dgm:cxn modelId="{AE004303-BB8A-6545-A116-38008D67603A}" type="presOf" srcId="{522C0FD9-73E1-BD4F-AEF9-24C10E57358A}" destId="{45887BCF-FE75-D940-A2F9-316C60116605}" srcOrd="0" destOrd="0" presId="urn:microsoft.com/office/officeart/2005/8/layout/cycle2"/>
    <dgm:cxn modelId="{AA53F00E-2EAF-3F4A-8067-A82829BBBA61}" srcId="{522C0FD9-73E1-BD4F-AEF9-24C10E57358A}" destId="{BE2EDE8C-E20A-4848-8BC2-1FD12F7E9739}" srcOrd="2" destOrd="0" parTransId="{6B219B94-4C5E-3D4A-B23F-62B38014CF44}" sibTransId="{8303C4C2-B05E-A545-AA1A-ACE573B77B87}"/>
    <dgm:cxn modelId="{2B79A73A-8C97-484A-81E4-DBB305527277}" type="presOf" srcId="{CE88F67C-B7DC-DF4F-B0DC-0F0402943461}" destId="{016626BB-3344-4643-BD46-2A6F92FA24F9}" srcOrd="0" destOrd="0" presId="urn:microsoft.com/office/officeart/2005/8/layout/cycle2"/>
    <dgm:cxn modelId="{47D70E5E-84D4-8442-8B87-48DBFC2837D0}" type="presOf" srcId="{8303C4C2-B05E-A545-AA1A-ACE573B77B87}" destId="{8E41DC6A-8FB1-9D4F-9598-AAE22E069532}" srcOrd="0" destOrd="0" presId="urn:microsoft.com/office/officeart/2005/8/layout/cycle2"/>
    <dgm:cxn modelId="{A04D2F64-0A62-C743-9B69-0D47961B87B5}" type="presOf" srcId="{CE88F67C-B7DC-DF4F-B0DC-0F0402943461}" destId="{56FB4012-332B-A947-82C4-A9C4D68CC22C}" srcOrd="1" destOrd="0" presId="urn:microsoft.com/office/officeart/2005/8/layout/cycle2"/>
    <dgm:cxn modelId="{AADAF344-BEC0-304A-89D7-DE0800124DE4}" type="presOf" srcId="{601DB76A-8A7D-8D45-83D9-3CAA9E00F840}" destId="{50C2B0F8-0DAE-B84E-8757-41486CC126F2}" srcOrd="0" destOrd="0" presId="urn:microsoft.com/office/officeart/2005/8/layout/cycle2"/>
    <dgm:cxn modelId="{FD9BF672-0AA3-2E45-8682-DA4CD313C30E}" type="presOf" srcId="{ECDF9BFA-7133-E64D-9AD0-34B4C9AEA9D1}" destId="{84DB2F25-1D83-C145-AC43-0A506D352FC6}" srcOrd="0" destOrd="0" presId="urn:microsoft.com/office/officeart/2005/8/layout/cycle2"/>
    <dgm:cxn modelId="{8C4A3776-D47B-9749-8056-FB98CB6C36D6}" srcId="{522C0FD9-73E1-BD4F-AEF9-24C10E57358A}" destId="{601DB76A-8A7D-8D45-83D9-3CAA9E00F840}" srcOrd="4" destOrd="0" parTransId="{6431F733-BD6E-6749-A54A-0390AF29DDBC}" sibTransId="{ECDF9BFA-7133-E64D-9AD0-34B4C9AEA9D1}"/>
    <dgm:cxn modelId="{243E9D57-E0B6-FF43-9982-00575FF8A587}" type="presOf" srcId="{8303C4C2-B05E-A545-AA1A-ACE573B77B87}" destId="{C315174E-C712-414E-9049-EEE679313581}" srcOrd="1" destOrd="0" presId="urn:microsoft.com/office/officeart/2005/8/layout/cycle2"/>
    <dgm:cxn modelId="{E31D9D81-C20B-6E40-81F0-38D662F10939}" type="presOf" srcId="{ECDF9BFA-7133-E64D-9AD0-34B4C9AEA9D1}" destId="{8B4EE38D-A265-C64A-ADC0-8A01025C8A49}" srcOrd="1" destOrd="0" presId="urn:microsoft.com/office/officeart/2005/8/layout/cycle2"/>
    <dgm:cxn modelId="{9C297E8E-BEC9-EC4C-9B62-9225CCFEEA36}" type="presOf" srcId="{6337213B-C989-1D44-B8ED-E7F57F070D28}" destId="{6FAE09FE-F195-2A4D-9209-159C799E5C88}" srcOrd="0" destOrd="0" presId="urn:microsoft.com/office/officeart/2005/8/layout/cycle2"/>
    <dgm:cxn modelId="{22265EA0-03E1-0B4A-A87D-1033B6CDDD9D}" srcId="{522C0FD9-73E1-BD4F-AEF9-24C10E57358A}" destId="{5F0B4D46-0E34-5E4C-96DD-845BEAC1494C}" srcOrd="3" destOrd="0" parTransId="{3D65C027-5555-E64F-B4A4-454C654CF843}" sibTransId="{CE88F67C-B7DC-DF4F-B0DC-0F0402943461}"/>
    <dgm:cxn modelId="{C53ADCA5-F306-5646-84BA-C804C215731D}" srcId="{522C0FD9-73E1-BD4F-AEF9-24C10E57358A}" destId="{C026C6E3-7964-7448-BA9E-923004CB695F}" srcOrd="0" destOrd="0" parTransId="{927132E1-5A1C-6D43-A295-C88A8423AA1A}" sibTransId="{9F9B6513-19D3-484F-82D9-C0CAC799550C}"/>
    <dgm:cxn modelId="{0F428BA9-B9AA-D346-8A92-445E1AA66BFF}" type="presOf" srcId="{6337213B-C989-1D44-B8ED-E7F57F070D28}" destId="{6985F32A-15C0-9844-A95F-412E58387E0C}" srcOrd="1" destOrd="0" presId="urn:microsoft.com/office/officeart/2005/8/layout/cycle2"/>
    <dgm:cxn modelId="{F9F9F3B2-73DE-924B-85E3-80CFC6148F6B}" srcId="{522C0FD9-73E1-BD4F-AEF9-24C10E57358A}" destId="{49232C19-6809-F046-B016-88D71F920612}" srcOrd="1" destOrd="0" parTransId="{29181E21-C25D-8B40-925A-2BD451237808}" sibTransId="{6337213B-C989-1D44-B8ED-E7F57F070D28}"/>
    <dgm:cxn modelId="{FB2DEDBD-B24C-FC4A-A1AC-C5CC79177CE8}" type="presOf" srcId="{BE2EDE8C-E20A-4848-8BC2-1FD12F7E9739}" destId="{DBB74940-BCCE-9B42-B822-653794CC894A}" srcOrd="0" destOrd="0" presId="urn:microsoft.com/office/officeart/2005/8/layout/cycle2"/>
    <dgm:cxn modelId="{890E39C6-D0FF-344E-8393-CC5B3B4DBACC}" type="presOf" srcId="{49232C19-6809-F046-B016-88D71F920612}" destId="{7F7019BF-B9A4-6047-8668-1DF9E1AFC20C}" srcOrd="0" destOrd="0" presId="urn:microsoft.com/office/officeart/2005/8/layout/cycle2"/>
    <dgm:cxn modelId="{886996CB-6E98-F443-BD6D-9D888320667C}" type="presOf" srcId="{C026C6E3-7964-7448-BA9E-923004CB695F}" destId="{7FDB5431-7D20-C84B-86CB-81BEE09DF707}" srcOrd="0" destOrd="0" presId="urn:microsoft.com/office/officeart/2005/8/layout/cycle2"/>
    <dgm:cxn modelId="{A3A5CEEC-765C-2E4E-A179-BE850FB5FBAA}" type="presOf" srcId="{9F9B6513-19D3-484F-82D9-C0CAC799550C}" destId="{04CF3A20-C784-9A49-9693-6417484DE010}" srcOrd="1" destOrd="0" presId="urn:microsoft.com/office/officeart/2005/8/layout/cycle2"/>
    <dgm:cxn modelId="{7AF7EDFD-7F60-F54C-B44C-03517D6BF61E}" type="presOf" srcId="{5F0B4D46-0E34-5E4C-96DD-845BEAC1494C}" destId="{6F3B9EA7-66E9-A544-87BC-90768FFCFC70}" srcOrd="0" destOrd="0" presId="urn:microsoft.com/office/officeart/2005/8/layout/cycle2"/>
    <dgm:cxn modelId="{1B1244EF-831E-9947-BC6F-CF7878EA2EE7}" type="presParOf" srcId="{45887BCF-FE75-D940-A2F9-316C60116605}" destId="{7FDB5431-7D20-C84B-86CB-81BEE09DF707}" srcOrd="0" destOrd="0" presId="urn:microsoft.com/office/officeart/2005/8/layout/cycle2"/>
    <dgm:cxn modelId="{9E8CAD7F-1C6A-0543-8FCD-43FB450DA12F}" type="presParOf" srcId="{45887BCF-FE75-D940-A2F9-316C60116605}" destId="{D4E10DA8-D9D9-8C44-9DDB-1C699E62ECAC}" srcOrd="1" destOrd="0" presId="urn:microsoft.com/office/officeart/2005/8/layout/cycle2"/>
    <dgm:cxn modelId="{C31D07D5-8D6F-514C-9574-599AFB6E72DE}" type="presParOf" srcId="{D4E10DA8-D9D9-8C44-9DDB-1C699E62ECAC}" destId="{04CF3A20-C784-9A49-9693-6417484DE010}" srcOrd="0" destOrd="0" presId="urn:microsoft.com/office/officeart/2005/8/layout/cycle2"/>
    <dgm:cxn modelId="{F9E73AFA-783B-694F-A198-1DEE019E6D76}" type="presParOf" srcId="{45887BCF-FE75-D940-A2F9-316C60116605}" destId="{7F7019BF-B9A4-6047-8668-1DF9E1AFC20C}" srcOrd="2" destOrd="0" presId="urn:microsoft.com/office/officeart/2005/8/layout/cycle2"/>
    <dgm:cxn modelId="{1C6DF212-125B-B34E-9387-2C8301FF996F}" type="presParOf" srcId="{45887BCF-FE75-D940-A2F9-316C60116605}" destId="{6FAE09FE-F195-2A4D-9209-159C799E5C88}" srcOrd="3" destOrd="0" presId="urn:microsoft.com/office/officeart/2005/8/layout/cycle2"/>
    <dgm:cxn modelId="{0B34D2F1-E859-E44E-A6B7-5FDB7C218649}" type="presParOf" srcId="{6FAE09FE-F195-2A4D-9209-159C799E5C88}" destId="{6985F32A-15C0-9844-A95F-412E58387E0C}" srcOrd="0" destOrd="0" presId="urn:microsoft.com/office/officeart/2005/8/layout/cycle2"/>
    <dgm:cxn modelId="{DD038987-3E60-A14C-9352-5607C31D8DC2}" type="presParOf" srcId="{45887BCF-FE75-D940-A2F9-316C60116605}" destId="{DBB74940-BCCE-9B42-B822-653794CC894A}" srcOrd="4" destOrd="0" presId="urn:microsoft.com/office/officeart/2005/8/layout/cycle2"/>
    <dgm:cxn modelId="{F00DFBD9-43DB-EE43-8E18-62F8E74546CD}" type="presParOf" srcId="{45887BCF-FE75-D940-A2F9-316C60116605}" destId="{8E41DC6A-8FB1-9D4F-9598-AAE22E069532}" srcOrd="5" destOrd="0" presId="urn:microsoft.com/office/officeart/2005/8/layout/cycle2"/>
    <dgm:cxn modelId="{8D7114F3-AE34-D840-AB3A-F44C109F36D6}" type="presParOf" srcId="{8E41DC6A-8FB1-9D4F-9598-AAE22E069532}" destId="{C315174E-C712-414E-9049-EEE679313581}" srcOrd="0" destOrd="0" presId="urn:microsoft.com/office/officeart/2005/8/layout/cycle2"/>
    <dgm:cxn modelId="{E1685C81-D8C8-2043-A101-E44FC0254BBA}" type="presParOf" srcId="{45887BCF-FE75-D940-A2F9-316C60116605}" destId="{6F3B9EA7-66E9-A544-87BC-90768FFCFC70}" srcOrd="6" destOrd="0" presId="urn:microsoft.com/office/officeart/2005/8/layout/cycle2"/>
    <dgm:cxn modelId="{C8CF2A97-CA49-5349-B377-5B2B6F0BD92C}" type="presParOf" srcId="{45887BCF-FE75-D940-A2F9-316C60116605}" destId="{016626BB-3344-4643-BD46-2A6F92FA24F9}" srcOrd="7" destOrd="0" presId="urn:microsoft.com/office/officeart/2005/8/layout/cycle2"/>
    <dgm:cxn modelId="{16D48DC2-9D8B-594A-BAEE-AAA29F2E3278}" type="presParOf" srcId="{016626BB-3344-4643-BD46-2A6F92FA24F9}" destId="{56FB4012-332B-A947-82C4-A9C4D68CC22C}" srcOrd="0" destOrd="0" presId="urn:microsoft.com/office/officeart/2005/8/layout/cycle2"/>
    <dgm:cxn modelId="{995D6CE6-190D-8347-A589-C24F0282FA30}" type="presParOf" srcId="{45887BCF-FE75-D940-A2F9-316C60116605}" destId="{50C2B0F8-0DAE-B84E-8757-41486CC126F2}" srcOrd="8" destOrd="0" presId="urn:microsoft.com/office/officeart/2005/8/layout/cycle2"/>
    <dgm:cxn modelId="{3C8A4F59-3E7D-1D45-9E81-3DEE4609DA4C}" type="presParOf" srcId="{45887BCF-FE75-D940-A2F9-316C60116605}" destId="{84DB2F25-1D83-C145-AC43-0A506D352FC6}" srcOrd="9" destOrd="0" presId="urn:microsoft.com/office/officeart/2005/8/layout/cycle2"/>
    <dgm:cxn modelId="{A6F073EC-6C67-6447-82AB-AE02510E804D}" type="presParOf" srcId="{84DB2F25-1D83-C145-AC43-0A506D352FC6}" destId="{8B4EE38D-A265-C64A-ADC0-8A01025C8A4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B5431-7D20-C84B-86CB-81BEE09DF707}">
      <dsp:nvSpPr>
        <dsp:cNvPr id="0" name=""/>
        <dsp:cNvSpPr/>
      </dsp:nvSpPr>
      <dsp:spPr>
        <a:xfrm>
          <a:off x="4103502" y="231"/>
          <a:ext cx="2907957" cy="1314449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Définition du problème en lien avec la littérature</a:t>
          </a:r>
        </a:p>
      </dsp:txBody>
      <dsp:txXfrm>
        <a:off x="4529362" y="192728"/>
        <a:ext cx="2056237" cy="929455"/>
      </dsp:txXfrm>
    </dsp:sp>
    <dsp:sp modelId="{D4E10DA8-D9D9-8C44-9DDB-1C699E62ECAC}">
      <dsp:nvSpPr>
        <dsp:cNvPr id="0" name=""/>
        <dsp:cNvSpPr/>
      </dsp:nvSpPr>
      <dsp:spPr>
        <a:xfrm rot="1351253">
          <a:off x="6784327" y="1037633"/>
          <a:ext cx="449980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6789402" y="1100870"/>
        <a:ext cx="316892" cy="266176"/>
      </dsp:txXfrm>
    </dsp:sp>
    <dsp:sp modelId="{7F7019BF-B9A4-6047-8668-1DF9E1AFC20C}">
      <dsp:nvSpPr>
        <dsp:cNvPr id="0" name=""/>
        <dsp:cNvSpPr/>
      </dsp:nvSpPr>
      <dsp:spPr>
        <a:xfrm>
          <a:off x="7123197" y="1184750"/>
          <a:ext cx="2582039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Hypothèses</a:t>
          </a:r>
        </a:p>
      </dsp:txBody>
      <dsp:txXfrm>
        <a:off x="7501328" y="1377247"/>
        <a:ext cx="1825777" cy="929456"/>
      </dsp:txXfrm>
    </dsp:sp>
    <dsp:sp modelId="{6FAE09FE-F195-2A4D-9209-159C799E5C88}">
      <dsp:nvSpPr>
        <dsp:cNvPr id="0" name=""/>
        <dsp:cNvSpPr/>
      </dsp:nvSpPr>
      <dsp:spPr>
        <a:xfrm rot="7318895">
          <a:off x="7678485" y="2518168"/>
          <a:ext cx="349993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7758790" y="2562362"/>
        <a:ext cx="244995" cy="266176"/>
      </dsp:txXfrm>
    </dsp:sp>
    <dsp:sp modelId="{DBB74940-BCCE-9B42-B822-653794CC894A}">
      <dsp:nvSpPr>
        <dsp:cNvPr id="0" name=""/>
        <dsp:cNvSpPr/>
      </dsp:nvSpPr>
      <dsp:spPr>
        <a:xfrm>
          <a:off x="5463236" y="3012179"/>
          <a:ext cx="3619784" cy="1314449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Construction d’expérimentation pour tester les hypothèses</a:t>
          </a:r>
        </a:p>
      </dsp:txBody>
      <dsp:txXfrm>
        <a:off x="5993341" y="3204676"/>
        <a:ext cx="2559574" cy="929455"/>
      </dsp:txXfrm>
    </dsp:sp>
    <dsp:sp modelId="{8E41DC6A-8FB1-9D4F-9598-AAE22E069532}">
      <dsp:nvSpPr>
        <dsp:cNvPr id="0" name=""/>
        <dsp:cNvSpPr/>
      </dsp:nvSpPr>
      <dsp:spPr>
        <a:xfrm rot="10776189">
          <a:off x="5178565" y="3461401"/>
          <a:ext cx="201403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5238985" y="3549917"/>
        <a:ext cx="140982" cy="266176"/>
      </dsp:txXfrm>
    </dsp:sp>
    <dsp:sp modelId="{6F3B9EA7-66E9-A544-87BC-90768FFCFC70}">
      <dsp:nvSpPr>
        <dsp:cNvPr id="0" name=""/>
        <dsp:cNvSpPr/>
      </dsp:nvSpPr>
      <dsp:spPr>
        <a:xfrm>
          <a:off x="2328127" y="3036888"/>
          <a:ext cx="2755586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Résultats</a:t>
          </a:r>
        </a:p>
      </dsp:txBody>
      <dsp:txXfrm>
        <a:off x="2731673" y="3229385"/>
        <a:ext cx="1948494" cy="929456"/>
      </dsp:txXfrm>
    </dsp:sp>
    <dsp:sp modelId="{016626BB-3344-4643-BD46-2A6F92FA24F9}">
      <dsp:nvSpPr>
        <dsp:cNvPr id="0" name=""/>
        <dsp:cNvSpPr/>
      </dsp:nvSpPr>
      <dsp:spPr>
        <a:xfrm rot="14393343">
          <a:off x="3008277" y="2566248"/>
          <a:ext cx="344384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 rot="10800000">
        <a:off x="3085850" y="2699660"/>
        <a:ext cx="241069" cy="266176"/>
      </dsp:txXfrm>
    </dsp:sp>
    <dsp:sp modelId="{50C2B0F8-0DAE-B84E-8757-41486CC126F2}">
      <dsp:nvSpPr>
        <dsp:cNvPr id="0" name=""/>
        <dsp:cNvSpPr/>
      </dsp:nvSpPr>
      <dsp:spPr>
        <a:xfrm>
          <a:off x="748577" y="1197096"/>
          <a:ext cx="3780765" cy="1314450"/>
        </a:xfrm>
        <a:prstGeom prst="ellipse">
          <a:avLst/>
        </a:prstGeom>
        <a:solidFill>
          <a:srgbClr val="7E7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Interprétation des résultats et validation ou non des hypothèses</a:t>
          </a:r>
        </a:p>
      </dsp:txBody>
      <dsp:txXfrm>
        <a:off x="1302257" y="1389593"/>
        <a:ext cx="2673405" cy="929456"/>
      </dsp:txXfrm>
    </dsp:sp>
    <dsp:sp modelId="{84DB2F25-1D83-C145-AC43-0A506D352FC6}">
      <dsp:nvSpPr>
        <dsp:cNvPr id="0" name=""/>
        <dsp:cNvSpPr/>
      </dsp:nvSpPr>
      <dsp:spPr>
        <a:xfrm rot="20262109">
          <a:off x="3984371" y="1008030"/>
          <a:ext cx="354719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3988350" y="1116944"/>
        <a:ext cx="248303" cy="266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648997-37A0-052C-09BD-95CACA484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62FF71-E8DB-3B04-21C0-7F5A8C87E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1355DC-86E8-1A40-864A-B8CD20DD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07814-2F5A-C091-96BC-759578D7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95F601-361E-2D51-8EC7-6EBFE3FB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90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A62D1-A768-A416-04FC-512D68E0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6FE82A-2E4B-B432-BADD-0C5CF4DB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BE9775-A8B3-FD89-6C2E-289FA5AE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08D3D0-BE4C-FCD8-5EFD-E9B10112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D4AD40-5FF9-008B-E153-99B607DE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35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4EB0A-2B63-1A97-33AA-F65D414F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0A4332-F15E-D5A2-7569-CA48418A6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3C5FF8-C399-C459-DBBB-1E2672D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23755-547A-95A0-7BE8-B564ABC7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1E1049-5E40-8B44-7E62-504EEA0C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96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C5D53A-DD2F-212F-E545-E1B372CC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D7E0C-96C5-D5B0-6776-63D9265F6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BC5223-103C-9A5C-B6F2-0F7F49FB6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09D203-D866-89A6-BDD7-71DAD975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05B368-56E7-0FBE-39AE-8CC6696C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B0C53B-DD4E-9BA3-744F-4FA57D30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92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757E9-78A0-75BD-BC83-4FA8DEE7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62C2F7-C0A6-1FF1-320C-EA4F435B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F28A5F-7205-9DE0-C0BC-7FA3B6667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94051C-7411-612B-A8B8-B9485E2AD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E8BAA3A-8900-8E31-12EC-01A6EB6EC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4CD1CF-73A9-F8BD-A320-07815160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C2EB9A-928E-AA15-BDB5-96D6C622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BFBD55-2FE0-E0E0-CA57-93BF671D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1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7AA4D-3F4D-1241-A5DD-C5D93996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26720E-2121-0ED8-0545-F7C0BB99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F7A27C-97A8-C56A-7403-5CD83C26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4D811A-8A26-9810-F5A0-70CDE50F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16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CF2B9A-D6AB-FE1F-209C-61A77AB3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8E5DCD-53A0-62B6-71F0-D8220C9B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64AB09-0FAA-A304-56E6-E8A16A0B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92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526CE-B0AB-DC58-60AA-BD5AD43C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45525-713E-2877-D07D-3B4BD0F49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B2ED4B-D108-1C14-8D82-8E9A2E20A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FBA804-918B-0178-BCFB-1316E16C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73BA3D-19BC-A186-8848-BF245BD4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42AFC5-14B7-6639-6861-15AF2FDA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55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47414A-1D94-196D-661A-DD9F9F43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4892616-3133-655C-A1A7-6082B22EA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F1726F-768F-9770-8F3D-9AF9FBB56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E839D-1C33-D089-141D-B1A2DB03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EBC3F6-F316-E5F0-6020-CEB89179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86D57B-B807-760C-C61F-E0C76E7D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75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1F8D0-5691-AE13-287C-B3CB3F1A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4B9111-0EF5-C57F-0BEC-341DF87B1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9BEE7-BA4E-2002-D910-8A38B8AF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96FFA-3200-4B13-723F-8372204B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9554B5-7696-BB7A-5CDD-E30B58B1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39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0DA712-8BE6-D347-CE59-ADC6A6952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6EB027-C759-1F5F-9752-AC0C0EAC7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60E993-7E66-10CB-DB78-2CE29BDD2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9684A4-7ABB-34D8-50B8-CE76445F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763D2-17D4-90C5-CD44-0CEBBF65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07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A3B481-9F1D-C417-277D-9BAF8B78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28DBBB-F57C-20E5-72B8-769111C60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774FA9-5B5F-47A0-7BC9-50E195EA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12DD0-AC62-4744-9C7F-4A9162E5F150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8B6E8A-BE00-EBFA-866C-C9554F3A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3027F-C967-26C2-38F8-344A31F9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C2287-AD20-4114-B7F4-5AC352F196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38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C5905-CF2C-5940-E0D3-9A4716B04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Figures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C45424-D878-BED4-17DE-0244084C6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17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C4A4A-3E2D-A6FC-62F7-8C818DF9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908D30-0BDB-B7B3-E14C-D62464F44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hh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2FEB3D7-05DF-C421-9EB5-164F235067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477504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97305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Grand écran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Figures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Fanny Ollivier</dc:creator>
  <cp:lastModifiedBy>Fanny Ollivier</cp:lastModifiedBy>
  <cp:revision>2</cp:revision>
  <dcterms:created xsi:type="dcterms:W3CDTF">2025-09-12T09:48:43Z</dcterms:created>
  <dcterms:modified xsi:type="dcterms:W3CDTF">2025-10-23T17:19:57Z</dcterms:modified>
</cp:coreProperties>
</file>